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9" r:id="rId8"/>
    <p:sldId id="276" r:id="rId9"/>
    <p:sldId id="267" r:id="rId10"/>
    <p:sldId id="264" r:id="rId11"/>
    <p:sldId id="268" r:id="rId12"/>
    <p:sldId id="265" r:id="rId13"/>
    <p:sldId id="270" r:id="rId14"/>
    <p:sldId id="266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713F7E-2320-4975-8296-95340128BFEF}">
          <p14:sldIdLst>
            <p14:sldId id="256"/>
            <p14:sldId id="257"/>
          </p14:sldIdLst>
        </p14:section>
        <p14:section name="Conv1" id="{A75261E5-F11C-40D0-8EBE-3B2B12E12C9C}">
          <p14:sldIdLst>
            <p14:sldId id="259"/>
          </p14:sldIdLst>
        </p14:section>
        <p14:section name="Conv2" id="{527D9966-6EFB-4A69-9831-8C6D64602DB4}">
          <p14:sldIdLst>
            <p14:sldId id="261"/>
          </p14:sldIdLst>
        </p14:section>
        <p14:section name="Conv3" id="{36B607A8-9142-45F8-8834-8A77515C0878}">
          <p14:sldIdLst>
            <p14:sldId id="262"/>
          </p14:sldIdLst>
        </p14:section>
        <p14:section name="Conv4" id="{13C18C1F-96A8-43E0-A828-DE7C9CDDB0DD}">
          <p14:sldIdLst>
            <p14:sldId id="263"/>
            <p14:sldId id="269"/>
            <p14:sldId id="276"/>
          </p14:sldIdLst>
        </p14:section>
        <p14:section name="FC" id="{5E2A5146-BDB2-43E7-842C-561C6A745F92}">
          <p14:sldIdLst>
            <p14:sldId id="267"/>
          </p14:sldIdLst>
        </p14:section>
        <p14:section name="Ghep" id="{B3811A29-2A95-4E4E-A6EF-C3FDBA430761}">
          <p14:sldIdLst>
            <p14:sldId id="264"/>
            <p14:sldId id="268"/>
            <p14:sldId id="265"/>
            <p14:sldId id="270"/>
          </p14:sldIdLst>
        </p14:section>
        <p14:section name="Final" id="{A29E4E1D-DC44-45E2-A77C-91CAFB2EC9FA}">
          <p14:sldIdLst>
            <p14:sldId id="266"/>
            <p14:sldId id="271"/>
          </p14:sldIdLst>
        </p14:section>
        <p14:section name="MAC" id="{6F2FBC37-BBF1-4166-915F-8FB365A0E30B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0"/>
  </p:normalViewPr>
  <p:slideViewPr>
    <p:cSldViewPr snapToGrid="0">
      <p:cViewPr varScale="1">
        <p:scale>
          <a:sx n="93" d="100"/>
          <a:sy n="93" d="100"/>
        </p:scale>
        <p:origin x="4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ser Isekai" userId="153890e340a04cae" providerId="LiveId" clId="{4A399710-BCEB-4EF8-BF68-E6BBD825A5D8}"/>
    <pc:docChg chg="undo custSel addSld modSld modSection">
      <pc:chgData name="Loser Isekai" userId="153890e340a04cae" providerId="LiveId" clId="{4A399710-BCEB-4EF8-BF68-E6BBD825A5D8}" dt="2026-08-02T14:23:26.780" v="551" actId="1076"/>
      <pc:docMkLst>
        <pc:docMk/>
      </pc:docMkLst>
      <pc:sldChg chg="addSp delSp modSp new mod">
        <pc:chgData name="Loser Isekai" userId="153890e340a04cae" providerId="LiveId" clId="{4A399710-BCEB-4EF8-BF68-E6BBD825A5D8}" dt="2026-08-01T00:51:20.726" v="35" actId="1076"/>
        <pc:sldMkLst>
          <pc:docMk/>
          <pc:sldMk cId="3799018292" sldId="273"/>
        </pc:sldMkLst>
        <pc:spChg chg="del">
          <ac:chgData name="Loser Isekai" userId="153890e340a04cae" providerId="LiveId" clId="{4A399710-BCEB-4EF8-BF68-E6BBD825A5D8}" dt="2026-08-01T00:48:38.497" v="9" actId="478"/>
          <ac:spMkLst>
            <pc:docMk/>
            <pc:sldMk cId="3799018292" sldId="273"/>
            <ac:spMk id="2" creationId="{3E7588E1-C413-85AC-0404-48F55FADFDBA}"/>
          </ac:spMkLst>
        </pc:spChg>
        <pc:spChg chg="del">
          <ac:chgData name="Loser Isekai" userId="153890e340a04cae" providerId="LiveId" clId="{4A399710-BCEB-4EF8-BF68-E6BBD825A5D8}" dt="2026-08-01T00:48:27.861" v="2"/>
          <ac:spMkLst>
            <pc:docMk/>
            <pc:sldMk cId="3799018292" sldId="273"/>
            <ac:spMk id="3" creationId="{B6420E5B-4E9E-8D0B-A4C5-3F83BAFEEFC2}"/>
          </ac:spMkLst>
        </pc:spChg>
        <pc:picChg chg="add mod ord modCrop">
          <ac:chgData name="Loser Isekai" userId="153890e340a04cae" providerId="LiveId" clId="{4A399710-BCEB-4EF8-BF68-E6BBD825A5D8}" dt="2026-08-01T00:50:40.590" v="33" actId="1076"/>
          <ac:picMkLst>
            <pc:docMk/>
            <pc:sldMk cId="3799018292" sldId="273"/>
            <ac:picMk id="5" creationId="{C0EF1652-A890-384E-5287-4DE59549759F}"/>
          </ac:picMkLst>
        </pc:picChg>
        <pc:picChg chg="add mod modCrop">
          <ac:chgData name="Loser Isekai" userId="153890e340a04cae" providerId="LiveId" clId="{4A399710-BCEB-4EF8-BF68-E6BBD825A5D8}" dt="2026-08-01T00:50:10.696" v="28" actId="1076"/>
          <ac:picMkLst>
            <pc:docMk/>
            <pc:sldMk cId="3799018292" sldId="273"/>
            <ac:picMk id="7" creationId="{F0149529-8A53-199F-84C4-C072AE11E044}"/>
          </ac:picMkLst>
        </pc:picChg>
        <pc:picChg chg="add mod modCrop">
          <ac:chgData name="Loser Isekai" userId="153890e340a04cae" providerId="LiveId" clId="{4A399710-BCEB-4EF8-BF68-E6BBD825A5D8}" dt="2026-08-01T00:50:09.368" v="27" actId="1076"/>
          <ac:picMkLst>
            <pc:docMk/>
            <pc:sldMk cId="3799018292" sldId="273"/>
            <ac:picMk id="9" creationId="{342BB726-DE24-CE28-4E8D-AF3E68D3C914}"/>
          </ac:picMkLst>
        </pc:picChg>
        <pc:picChg chg="add mod">
          <ac:chgData name="Loser Isekai" userId="153890e340a04cae" providerId="LiveId" clId="{4A399710-BCEB-4EF8-BF68-E6BBD825A5D8}" dt="2026-08-01T00:51:20.726" v="35" actId="1076"/>
          <ac:picMkLst>
            <pc:docMk/>
            <pc:sldMk cId="3799018292" sldId="273"/>
            <ac:picMk id="11" creationId="{4AA3817D-007E-2FF4-3693-7ADE33342D57}"/>
          </ac:picMkLst>
        </pc:picChg>
      </pc:sldChg>
      <pc:sldChg chg="addSp delSp modSp new mod">
        <pc:chgData name="Loser Isekai" userId="153890e340a04cae" providerId="LiveId" clId="{4A399710-BCEB-4EF8-BF68-E6BBD825A5D8}" dt="2026-08-02T00:26:47.855" v="53" actId="14734"/>
        <pc:sldMkLst>
          <pc:docMk/>
          <pc:sldMk cId="4178720372" sldId="274"/>
        </pc:sldMkLst>
        <pc:spChg chg="del">
          <ac:chgData name="Loser Isekai" userId="153890e340a04cae" providerId="LiveId" clId="{4A399710-BCEB-4EF8-BF68-E6BBD825A5D8}" dt="2026-08-02T00:26:07.148" v="38" actId="478"/>
          <ac:spMkLst>
            <pc:docMk/>
            <pc:sldMk cId="4178720372" sldId="274"/>
            <ac:spMk id="2" creationId="{FE5D7948-2004-CE9C-7E5E-D65D6540E843}"/>
          </ac:spMkLst>
        </pc:spChg>
        <pc:spChg chg="del">
          <ac:chgData name="Loser Isekai" userId="153890e340a04cae" providerId="LiveId" clId="{4A399710-BCEB-4EF8-BF68-E6BBD825A5D8}" dt="2026-08-02T00:26:06.533" v="37" actId="478"/>
          <ac:spMkLst>
            <pc:docMk/>
            <pc:sldMk cId="4178720372" sldId="274"/>
            <ac:spMk id="3" creationId="{8FF70073-665C-E129-EBB9-7A765D42E81E}"/>
          </ac:spMkLst>
        </pc:spChg>
        <pc:graphicFrameChg chg="add mod modGraphic">
          <ac:chgData name="Loser Isekai" userId="153890e340a04cae" providerId="LiveId" clId="{4A399710-BCEB-4EF8-BF68-E6BBD825A5D8}" dt="2026-08-02T00:26:47.855" v="53" actId="14734"/>
          <ac:graphicFrameMkLst>
            <pc:docMk/>
            <pc:sldMk cId="4178720372" sldId="274"/>
            <ac:graphicFrameMk id="4" creationId="{B65BF751-BADF-1C2A-5551-CC40DF59266C}"/>
          </ac:graphicFrameMkLst>
        </pc:graphicFrameChg>
      </pc:sldChg>
      <pc:sldChg chg="addSp delSp modSp new mod">
        <pc:chgData name="Loser Isekai" userId="153890e340a04cae" providerId="LiveId" clId="{4A399710-BCEB-4EF8-BF68-E6BBD825A5D8}" dt="2026-08-02T01:06:17.637" v="513" actId="1582"/>
        <pc:sldMkLst>
          <pc:docMk/>
          <pc:sldMk cId="1724637445" sldId="275"/>
        </pc:sldMkLst>
        <pc:spChg chg="del">
          <ac:chgData name="Loser Isekai" userId="153890e340a04cae" providerId="LiveId" clId="{4A399710-BCEB-4EF8-BF68-E6BBD825A5D8}" dt="2026-08-02T00:48:39.911" v="56" actId="478"/>
          <ac:spMkLst>
            <pc:docMk/>
            <pc:sldMk cId="1724637445" sldId="275"/>
            <ac:spMk id="2" creationId="{E0C94BBE-BB24-1353-57ED-22B712B34C91}"/>
          </ac:spMkLst>
        </pc:spChg>
        <pc:spChg chg="del">
          <ac:chgData name="Loser Isekai" userId="153890e340a04cae" providerId="LiveId" clId="{4A399710-BCEB-4EF8-BF68-E6BBD825A5D8}" dt="2026-08-02T00:48:38.246" v="55" actId="478"/>
          <ac:spMkLst>
            <pc:docMk/>
            <pc:sldMk cId="1724637445" sldId="275"/>
            <ac:spMk id="3" creationId="{0DD7854D-73A5-9A8C-B108-F822FA77185C}"/>
          </ac:spMkLst>
        </pc:spChg>
        <pc:spChg chg="add mod">
          <ac:chgData name="Loser Isekai" userId="153890e340a04cae" providerId="LiveId" clId="{4A399710-BCEB-4EF8-BF68-E6BBD825A5D8}" dt="2026-08-02T01:02:49.717" v="487" actId="1076"/>
          <ac:spMkLst>
            <pc:docMk/>
            <pc:sldMk cId="1724637445" sldId="275"/>
            <ac:spMk id="4" creationId="{FA978F5E-2EF5-E82D-B295-74FFDD811DE1}"/>
          </ac:spMkLst>
        </pc:spChg>
        <pc:spChg chg="add mod">
          <ac:chgData name="Loser Isekai" userId="153890e340a04cae" providerId="LiveId" clId="{4A399710-BCEB-4EF8-BF68-E6BBD825A5D8}" dt="2026-08-02T01:02:34.894" v="479" actId="1076"/>
          <ac:spMkLst>
            <pc:docMk/>
            <pc:sldMk cId="1724637445" sldId="275"/>
            <ac:spMk id="6" creationId="{4ED294F8-959B-B400-4FA0-9EBC8BB99D9E}"/>
          </ac:spMkLst>
        </pc:spChg>
        <pc:spChg chg="add mod">
          <ac:chgData name="Loser Isekai" userId="153890e340a04cae" providerId="LiveId" clId="{4A399710-BCEB-4EF8-BF68-E6BBD825A5D8}" dt="2026-08-02T01:02:46.085" v="485" actId="1076"/>
          <ac:spMkLst>
            <pc:docMk/>
            <pc:sldMk cId="1724637445" sldId="275"/>
            <ac:spMk id="8" creationId="{2CBD0958-AC0A-F86F-8649-8DCA70AFE9CF}"/>
          </ac:spMkLst>
        </pc:spChg>
        <pc:spChg chg="add mod">
          <ac:chgData name="Loser Isekai" userId="153890e340a04cae" providerId="LiveId" clId="{4A399710-BCEB-4EF8-BF68-E6BBD825A5D8}" dt="2026-08-02T01:03:27.614" v="495" actId="1076"/>
          <ac:spMkLst>
            <pc:docMk/>
            <pc:sldMk cId="1724637445" sldId="275"/>
            <ac:spMk id="9" creationId="{EA9D9A62-1E29-DD3D-8871-DAE7ECA02227}"/>
          </ac:spMkLst>
        </pc:spChg>
        <pc:spChg chg="add mod">
          <ac:chgData name="Loser Isekai" userId="153890e340a04cae" providerId="LiveId" clId="{4A399710-BCEB-4EF8-BF68-E6BBD825A5D8}" dt="2026-08-02T01:02:57.845" v="488" actId="1076"/>
          <ac:spMkLst>
            <pc:docMk/>
            <pc:sldMk cId="1724637445" sldId="275"/>
            <ac:spMk id="11" creationId="{300BB758-EDE0-F48E-EAB3-738E9951B18B}"/>
          </ac:spMkLst>
        </pc:spChg>
        <pc:spChg chg="add mod">
          <ac:chgData name="Loser Isekai" userId="153890e340a04cae" providerId="LiveId" clId="{4A399710-BCEB-4EF8-BF68-E6BBD825A5D8}" dt="2026-08-02T01:03:59.397" v="500" actId="1076"/>
          <ac:spMkLst>
            <pc:docMk/>
            <pc:sldMk cId="1724637445" sldId="275"/>
            <ac:spMk id="13" creationId="{F8536A27-9F8E-BD6E-1C5F-A0A9ADA929E1}"/>
          </ac:spMkLst>
        </pc:spChg>
        <pc:spChg chg="add mod">
          <ac:chgData name="Loser Isekai" userId="153890e340a04cae" providerId="LiveId" clId="{4A399710-BCEB-4EF8-BF68-E6BBD825A5D8}" dt="2026-08-02T01:03:46.894" v="498" actId="1076"/>
          <ac:spMkLst>
            <pc:docMk/>
            <pc:sldMk cId="1724637445" sldId="275"/>
            <ac:spMk id="15" creationId="{0CA0C092-E0AC-9A83-C6F9-589471FFA3BC}"/>
          </ac:spMkLst>
        </pc:spChg>
        <pc:spChg chg="add mod">
          <ac:chgData name="Loser Isekai" userId="153890e340a04cae" providerId="LiveId" clId="{4A399710-BCEB-4EF8-BF68-E6BBD825A5D8}" dt="2026-08-02T01:03:02.326" v="489" actId="1076"/>
          <ac:spMkLst>
            <pc:docMk/>
            <pc:sldMk cId="1724637445" sldId="275"/>
            <ac:spMk id="17" creationId="{152E76EE-AB5A-B734-D69C-1EB2A1B66548}"/>
          </ac:spMkLst>
        </pc:spChg>
        <pc:spChg chg="add mod">
          <ac:chgData name="Loser Isekai" userId="153890e340a04cae" providerId="LiveId" clId="{4A399710-BCEB-4EF8-BF68-E6BBD825A5D8}" dt="2026-08-02T01:03:06.382" v="490" actId="1076"/>
          <ac:spMkLst>
            <pc:docMk/>
            <pc:sldMk cId="1724637445" sldId="275"/>
            <ac:spMk id="19" creationId="{05C72ADF-5D07-F399-4360-97885487D842}"/>
          </ac:spMkLst>
        </pc:spChg>
        <pc:spChg chg="add mod">
          <ac:chgData name="Loser Isekai" userId="153890e340a04cae" providerId="LiveId" clId="{4A399710-BCEB-4EF8-BF68-E6BBD825A5D8}" dt="2026-08-02T01:04:22.494" v="505" actId="1076"/>
          <ac:spMkLst>
            <pc:docMk/>
            <pc:sldMk cId="1724637445" sldId="275"/>
            <ac:spMk id="21" creationId="{7CBCAD8B-7C42-C5E2-E745-D3DCB1A20B4D}"/>
          </ac:spMkLst>
        </pc:spChg>
        <pc:spChg chg="add mod">
          <ac:chgData name="Loser Isekai" userId="153890e340a04cae" providerId="LiveId" clId="{4A399710-BCEB-4EF8-BF68-E6BBD825A5D8}" dt="2026-08-02T01:04:17.206" v="504" actId="1076"/>
          <ac:spMkLst>
            <pc:docMk/>
            <pc:sldMk cId="1724637445" sldId="275"/>
            <ac:spMk id="23" creationId="{0A820DDC-8009-77EB-21AB-58C4702CAEC5}"/>
          </ac:spMkLst>
        </pc:spChg>
        <pc:spChg chg="add mod">
          <ac:chgData name="Loser Isekai" userId="153890e340a04cae" providerId="LiveId" clId="{4A399710-BCEB-4EF8-BF68-E6BBD825A5D8}" dt="2026-08-02T01:03:10.540" v="492" actId="14100"/>
          <ac:spMkLst>
            <pc:docMk/>
            <pc:sldMk cId="1724637445" sldId="275"/>
            <ac:spMk id="25" creationId="{00116344-F187-3ADB-4A8D-FB4C62A99C3E}"/>
          </ac:spMkLst>
        </pc:spChg>
        <pc:cxnChg chg="add del mod">
          <ac:chgData name="Loser Isekai" userId="153890e340a04cae" providerId="LiveId" clId="{4A399710-BCEB-4EF8-BF68-E6BBD825A5D8}" dt="2026-08-02T01:02:32.581" v="478" actId="478"/>
          <ac:cxnSpMkLst>
            <pc:docMk/>
            <pc:sldMk cId="1724637445" sldId="275"/>
            <ac:cxnSpMk id="27" creationId="{60F525A1-4037-AFAA-6BE8-0EF66A54FA57}"/>
          </ac:cxnSpMkLst>
        </pc:cxnChg>
        <pc:cxnChg chg="add del mod">
          <ac:chgData name="Loser Isekai" userId="153890e340a04cae" providerId="LiveId" clId="{4A399710-BCEB-4EF8-BF68-E6BBD825A5D8}" dt="2026-08-02T01:02:37.019" v="480" actId="478"/>
          <ac:cxnSpMkLst>
            <pc:docMk/>
            <pc:sldMk cId="1724637445" sldId="275"/>
            <ac:cxnSpMk id="29" creationId="{D5F16B01-E7A3-4E36-65E7-BB9735664377}"/>
          </ac:cxnSpMkLst>
        </pc:cxnChg>
        <pc:cxnChg chg="add del mod">
          <ac:chgData name="Loser Isekai" userId="153890e340a04cae" providerId="LiveId" clId="{4A399710-BCEB-4EF8-BF68-E6BBD825A5D8}" dt="2026-08-02T01:02:37.905" v="481" actId="478"/>
          <ac:cxnSpMkLst>
            <pc:docMk/>
            <pc:sldMk cId="1724637445" sldId="275"/>
            <ac:cxnSpMk id="31" creationId="{794EA741-C72C-F6BA-82E4-6D21A19E08D5}"/>
          </ac:cxnSpMkLst>
        </pc:cxnChg>
        <pc:cxnChg chg="add del mod">
          <ac:chgData name="Loser Isekai" userId="153890e340a04cae" providerId="LiveId" clId="{4A399710-BCEB-4EF8-BF68-E6BBD825A5D8}" dt="2026-08-02T01:02:38.630" v="482" actId="478"/>
          <ac:cxnSpMkLst>
            <pc:docMk/>
            <pc:sldMk cId="1724637445" sldId="275"/>
            <ac:cxnSpMk id="33" creationId="{68E6B716-DDBC-ABD5-1867-F644BB2F8EA8}"/>
          </ac:cxnSpMkLst>
        </pc:cxnChg>
        <pc:cxnChg chg="add del mod">
          <ac:chgData name="Loser Isekai" userId="153890e340a04cae" providerId="LiveId" clId="{4A399710-BCEB-4EF8-BF68-E6BBD825A5D8}" dt="2026-08-02T01:02:39.283" v="483" actId="478"/>
          <ac:cxnSpMkLst>
            <pc:docMk/>
            <pc:sldMk cId="1724637445" sldId="275"/>
            <ac:cxnSpMk id="35" creationId="{0EE61A06-FF4E-23EB-52B3-C2B9CE0A1CE4}"/>
          </ac:cxnSpMkLst>
        </pc:cxnChg>
        <pc:cxnChg chg="add del mod">
          <ac:chgData name="Loser Isekai" userId="153890e340a04cae" providerId="LiveId" clId="{4A399710-BCEB-4EF8-BF68-E6BBD825A5D8}" dt="2026-08-02T01:02:40.311" v="484" actId="478"/>
          <ac:cxnSpMkLst>
            <pc:docMk/>
            <pc:sldMk cId="1724637445" sldId="275"/>
            <ac:cxnSpMk id="37" creationId="{FAF53123-E105-C94A-30C7-53BBCB71BD87}"/>
          </ac:cxnSpMkLst>
        </pc:cxnChg>
        <pc:cxnChg chg="add mod">
          <ac:chgData name="Loser Isekai" userId="153890e340a04cae" providerId="LiveId" clId="{4A399710-BCEB-4EF8-BF68-E6BBD825A5D8}" dt="2026-08-02T01:05:55.302" v="512" actId="14100"/>
          <ac:cxnSpMkLst>
            <pc:docMk/>
            <pc:sldMk cId="1724637445" sldId="275"/>
            <ac:cxnSpMk id="43" creationId="{762C2F36-581D-52C5-2109-94C80059DA10}"/>
          </ac:cxnSpMkLst>
        </pc:cxnChg>
        <pc:cxnChg chg="add mod">
          <ac:chgData name="Loser Isekai" userId="153890e340a04cae" providerId="LiveId" clId="{4A399710-BCEB-4EF8-BF68-E6BBD825A5D8}" dt="2026-08-02T01:06:17.637" v="513" actId="1582"/>
          <ac:cxnSpMkLst>
            <pc:docMk/>
            <pc:sldMk cId="1724637445" sldId="275"/>
            <ac:cxnSpMk id="46" creationId="{AB1D76AD-3A9B-0767-CF1D-AC1471C1C5E7}"/>
          </ac:cxnSpMkLst>
        </pc:cxnChg>
        <pc:cxnChg chg="add mod">
          <ac:chgData name="Loser Isekai" userId="153890e340a04cae" providerId="LiveId" clId="{4A399710-BCEB-4EF8-BF68-E6BBD825A5D8}" dt="2026-08-02T01:06:17.637" v="513" actId="1582"/>
          <ac:cxnSpMkLst>
            <pc:docMk/>
            <pc:sldMk cId="1724637445" sldId="275"/>
            <ac:cxnSpMk id="48" creationId="{430C9FD6-97B4-AB8E-10F5-744D224CAC57}"/>
          </ac:cxnSpMkLst>
        </pc:cxnChg>
        <pc:cxnChg chg="add mod">
          <ac:chgData name="Loser Isekai" userId="153890e340a04cae" providerId="LiveId" clId="{4A399710-BCEB-4EF8-BF68-E6BBD825A5D8}" dt="2026-08-02T01:06:17.637" v="513" actId="1582"/>
          <ac:cxnSpMkLst>
            <pc:docMk/>
            <pc:sldMk cId="1724637445" sldId="275"/>
            <ac:cxnSpMk id="50" creationId="{A437FCA3-C018-D142-B6F5-E078954C7A11}"/>
          </ac:cxnSpMkLst>
        </pc:cxnChg>
        <pc:cxnChg chg="add mod">
          <ac:chgData name="Loser Isekai" userId="153890e340a04cae" providerId="LiveId" clId="{4A399710-BCEB-4EF8-BF68-E6BBD825A5D8}" dt="2026-08-02T01:06:17.637" v="513" actId="1582"/>
          <ac:cxnSpMkLst>
            <pc:docMk/>
            <pc:sldMk cId="1724637445" sldId="275"/>
            <ac:cxnSpMk id="52" creationId="{D3A91E2D-1891-B5E5-B6FD-4B4B41B40CD6}"/>
          </ac:cxnSpMkLst>
        </pc:cxnChg>
        <pc:cxnChg chg="add mod">
          <ac:chgData name="Loser Isekai" userId="153890e340a04cae" providerId="LiveId" clId="{4A399710-BCEB-4EF8-BF68-E6BBD825A5D8}" dt="2026-08-02T01:06:17.637" v="513" actId="1582"/>
          <ac:cxnSpMkLst>
            <pc:docMk/>
            <pc:sldMk cId="1724637445" sldId="275"/>
            <ac:cxnSpMk id="54" creationId="{4AA99E95-D890-BA62-04D9-413622440FED}"/>
          </ac:cxnSpMkLst>
        </pc:cxnChg>
      </pc:sldChg>
      <pc:sldChg chg="addSp delSp modSp new mod">
        <pc:chgData name="Loser Isekai" userId="153890e340a04cae" providerId="LiveId" clId="{4A399710-BCEB-4EF8-BF68-E6BBD825A5D8}" dt="2026-08-02T14:23:26.780" v="551" actId="1076"/>
        <pc:sldMkLst>
          <pc:docMk/>
          <pc:sldMk cId="454404408" sldId="276"/>
        </pc:sldMkLst>
        <pc:spChg chg="del">
          <ac:chgData name="Loser Isekai" userId="153890e340a04cae" providerId="LiveId" clId="{4A399710-BCEB-4EF8-BF68-E6BBD825A5D8}" dt="2026-08-02T02:51:09.938" v="515" actId="22"/>
          <ac:spMkLst>
            <pc:docMk/>
            <pc:sldMk cId="454404408" sldId="276"/>
            <ac:spMk id="3" creationId="{E170E601-5AD2-04AD-369B-B986EB205BA6}"/>
          </ac:spMkLst>
        </pc:spChg>
        <pc:picChg chg="add mod ord">
          <ac:chgData name="Loser Isekai" userId="153890e340a04cae" providerId="LiveId" clId="{4A399710-BCEB-4EF8-BF68-E6BBD825A5D8}" dt="2026-08-02T03:39:33.701" v="539" actId="1076"/>
          <ac:picMkLst>
            <pc:docMk/>
            <pc:sldMk cId="454404408" sldId="276"/>
            <ac:picMk id="5" creationId="{FEC89109-E550-94E9-EEB6-C23243AEC286}"/>
          </ac:picMkLst>
        </pc:picChg>
        <pc:picChg chg="add mod">
          <ac:chgData name="Loser Isekai" userId="153890e340a04cae" providerId="LiveId" clId="{4A399710-BCEB-4EF8-BF68-E6BBD825A5D8}" dt="2026-08-02T03:39:30.409" v="535" actId="1076"/>
          <ac:picMkLst>
            <pc:docMk/>
            <pc:sldMk cId="454404408" sldId="276"/>
            <ac:picMk id="7" creationId="{8508C8BA-72E3-EA62-0891-DCDB8D9A7106}"/>
          </ac:picMkLst>
        </pc:picChg>
        <pc:picChg chg="add mod">
          <ac:chgData name="Loser Isekai" userId="153890e340a04cae" providerId="LiveId" clId="{4A399710-BCEB-4EF8-BF68-E6BBD825A5D8}" dt="2026-08-02T03:39:38.230" v="542" actId="1076"/>
          <ac:picMkLst>
            <pc:docMk/>
            <pc:sldMk cId="454404408" sldId="276"/>
            <ac:picMk id="9" creationId="{54C0767D-0C0C-AF16-5E62-135D9A55CC47}"/>
          </ac:picMkLst>
        </pc:picChg>
        <pc:picChg chg="add mod">
          <ac:chgData name="Loser Isekai" userId="153890e340a04cae" providerId="LiveId" clId="{4A399710-BCEB-4EF8-BF68-E6BBD825A5D8}" dt="2026-08-02T03:39:39.637" v="543" actId="1076"/>
          <ac:picMkLst>
            <pc:docMk/>
            <pc:sldMk cId="454404408" sldId="276"/>
            <ac:picMk id="11" creationId="{A40CDBFA-9EB9-CEBF-BF86-F3F48BC5798F}"/>
          </ac:picMkLst>
        </pc:picChg>
        <pc:picChg chg="add mod">
          <ac:chgData name="Loser Isekai" userId="153890e340a04cae" providerId="LiveId" clId="{4A399710-BCEB-4EF8-BF68-E6BBD825A5D8}" dt="2026-08-02T14:23:26.780" v="551" actId="1076"/>
          <ac:picMkLst>
            <pc:docMk/>
            <pc:sldMk cId="454404408" sldId="276"/>
            <ac:picMk id="13" creationId="{AC01BA50-9BDA-1899-A8D8-A1DE32A34ACF}"/>
          </ac:picMkLst>
        </pc:picChg>
        <pc:picChg chg="add mod">
          <ac:chgData name="Loser Isekai" userId="153890e340a04cae" providerId="LiveId" clId="{4A399710-BCEB-4EF8-BF68-E6BBD825A5D8}" dt="2026-08-02T14:23:26.292" v="550" actId="1076"/>
          <ac:picMkLst>
            <pc:docMk/>
            <pc:sldMk cId="454404408" sldId="276"/>
            <ac:picMk id="15" creationId="{00AE055F-2BFD-9D45-9470-BC8D3B31CCCD}"/>
          </ac:picMkLst>
        </pc:picChg>
        <pc:picChg chg="add mod">
          <ac:chgData name="Loser Isekai" userId="153890e340a04cae" providerId="LiveId" clId="{4A399710-BCEB-4EF8-BF68-E6BBD825A5D8}" dt="2026-08-02T04:12:11.500" v="548" actId="1076"/>
          <ac:picMkLst>
            <pc:docMk/>
            <pc:sldMk cId="454404408" sldId="276"/>
            <ac:picMk id="17" creationId="{3526DD28-BD2E-D3C8-E8E0-8C77C96937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D2926-CF61-6ECD-8BCC-01141724FC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7F44F-39E8-F03D-CAB2-06B6F9D21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71ABB-291A-E335-910A-347592C98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0DD39-3235-724F-F6A0-586174A0D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50504-1946-86A3-303D-62863CD5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6291-249C-5D4E-7C99-A988DA5A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C272-79D9-57CE-2B9D-660937880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924D8-79DC-B137-2C95-F0BEA185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F5998-F948-1745-4859-05809E75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64CB-A80E-A0EB-8405-069DBBDC8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19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5C11-FA70-8E74-809F-2191C568B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2B85E-8C9A-6F4D-784E-C9D6B0FF9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15E-F4BE-6D0A-37FD-853C1101B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74C03-F629-E19A-1620-573E1704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AF316-767C-6716-B7D7-12011E4E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10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F3F1-948A-B6BE-9763-20E44B7E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27496-5632-3E7B-AFA4-0967688D7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864C5-8CBE-9BC8-9C96-842918BDA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3CAFD-3667-85F7-997B-0450EECF5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889CF-1472-6A29-324E-90FF461D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5E85B-1D71-2166-07FD-103ADD06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1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82C83-67E7-EDE7-A676-DBEAACDF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5FBDE-0E5E-7F46-1E58-FAC0E4CD6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57143-5981-E0B9-C371-9332E00FD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6A489-8605-61B5-5C54-D10EB2465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119110-8856-F892-F430-0F0FD02E1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BE673-3EEE-F6BB-1304-D1805AE0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9842B-6EB4-7C10-7B65-43EE46D1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F144D4-F690-F9B0-ED89-0AC273848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74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13D2-4515-C0F2-5D4A-B17D564C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7FFF0-6F10-7176-BF80-A45B4EFB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762AD-2ABD-A5EF-19CC-80684ABC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F40FF9-496D-3E33-42CD-CAF753C5E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4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0B4FBE-C1AB-15A8-522B-4C3695BE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F32BE-9D57-58F9-A81F-D42052746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9BE18-A364-B2AC-B934-2F31C046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9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B0E7-A0BA-B8BB-D494-9C480A93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75CEA-2953-F267-45BD-6046BADAB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E612F-16FA-A5AA-A8A9-B04C3E5EE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1657C-4A55-D405-167C-2F77FBC8F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E789F-BFFF-B07C-6706-0C866A21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C0113-24E4-00F8-5AC7-270B74C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9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8DF2-B92F-3417-DD68-AAEDF6CE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C211D6-14D6-74CA-79AD-1EA798E22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B0011-46E7-06EB-7521-7AC362C0F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C2DE4-17FC-3234-FD4B-1F923301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89EC3-D244-D751-A128-B48C2DC6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38E2C-6A93-A5B9-0039-DDE92132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21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987-5516-2035-D914-8DA0F8A5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329CB-D95D-32A1-5DE8-938F03DF8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F04F6-ECA1-CE61-1467-57DFF4433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1E871-34D3-81AC-83DC-C8D6BFBFC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96942-10CA-E2F7-23CD-F225303A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76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31066C-02F7-CFB3-269A-A4DE27C9D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3ACE-1993-F969-625E-AEEE894E4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09B0B-9B09-93DC-53AC-11202FE84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1EDAD-0E03-5955-DDB7-A1B9B91A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7E14F-8A0E-01D4-E630-153B996C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24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E2E629-A925-14F7-76B9-18DCCFCAF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F950F-C255-45B6-933C-1763B1A3A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C0FE1-D3AE-81D0-A089-CAD62FD1D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7D4D9-94F2-4A29-BF2C-3CFE90289CF3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CAA7-579C-856E-AACD-E28B629C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E1713-91D0-4F6B-1D31-BE3ACEEB6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29FC2-065C-4607-8D5A-036DC92F7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0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D87F-D763-4689-5F8F-66142BA511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Model CNN</a:t>
            </a:r>
          </a:p>
        </p:txBody>
      </p:sp>
    </p:spTree>
    <p:extLst>
      <p:ext uri="{BB962C8B-B14F-4D97-AF65-F5344CB8AC3E}">
        <p14:creationId xmlns:p14="http://schemas.microsoft.com/office/powerpoint/2010/main" val="182485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A4D7AF-8ADE-DC84-276B-A0D8C275DE03}"/>
              </a:ext>
            </a:extLst>
          </p:cNvPr>
          <p:cNvSpPr/>
          <p:nvPr/>
        </p:nvSpPr>
        <p:spPr>
          <a:xfrm>
            <a:off x="759255" y="14390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8AC151-B778-445B-C512-10BE11A8A52A}"/>
              </a:ext>
            </a:extLst>
          </p:cNvPr>
          <p:cNvSpPr/>
          <p:nvPr/>
        </p:nvSpPr>
        <p:spPr>
          <a:xfrm>
            <a:off x="759255" y="17082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F815F-2264-66BB-9142-3AB4AF66A829}"/>
              </a:ext>
            </a:extLst>
          </p:cNvPr>
          <p:cNvSpPr/>
          <p:nvPr/>
        </p:nvSpPr>
        <p:spPr>
          <a:xfrm>
            <a:off x="759254" y="19773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17C4FD-9FE9-A409-4019-D89C5DE2FA9A}"/>
              </a:ext>
            </a:extLst>
          </p:cNvPr>
          <p:cNvSpPr/>
          <p:nvPr/>
        </p:nvSpPr>
        <p:spPr>
          <a:xfrm>
            <a:off x="759253" y="22464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A232F4-7471-5FE8-A642-AB3E9BD16013}"/>
              </a:ext>
            </a:extLst>
          </p:cNvPr>
          <p:cNvSpPr/>
          <p:nvPr/>
        </p:nvSpPr>
        <p:spPr>
          <a:xfrm>
            <a:off x="759253" y="25155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4F6E38-6E15-8C88-9D4D-994377995980}"/>
              </a:ext>
            </a:extLst>
          </p:cNvPr>
          <p:cNvSpPr/>
          <p:nvPr/>
        </p:nvSpPr>
        <p:spPr>
          <a:xfrm>
            <a:off x="759252" y="27846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7CC842-6E89-0510-AAF0-9F48F048A712}"/>
              </a:ext>
            </a:extLst>
          </p:cNvPr>
          <p:cNvSpPr/>
          <p:nvPr/>
        </p:nvSpPr>
        <p:spPr>
          <a:xfrm>
            <a:off x="759252" y="35920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1CEB1E-569E-E489-2245-2E2EEDDC7AEF}"/>
              </a:ext>
            </a:extLst>
          </p:cNvPr>
          <p:cNvSpPr/>
          <p:nvPr/>
        </p:nvSpPr>
        <p:spPr>
          <a:xfrm>
            <a:off x="759252" y="38611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7369D-5776-B774-12E7-BC7D5B5D7686}"/>
              </a:ext>
            </a:extLst>
          </p:cNvPr>
          <p:cNvSpPr/>
          <p:nvPr/>
        </p:nvSpPr>
        <p:spPr>
          <a:xfrm>
            <a:off x="759251" y="41302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F8276-151E-1FF3-A754-5C3DDFE28DD0}"/>
              </a:ext>
            </a:extLst>
          </p:cNvPr>
          <p:cNvSpPr/>
          <p:nvPr/>
        </p:nvSpPr>
        <p:spPr>
          <a:xfrm>
            <a:off x="759250" y="43994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E4A536-700C-EB87-3CB8-78B5F05EA353}"/>
              </a:ext>
            </a:extLst>
          </p:cNvPr>
          <p:cNvSpPr/>
          <p:nvPr/>
        </p:nvSpPr>
        <p:spPr>
          <a:xfrm>
            <a:off x="759250" y="46685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6EAC67-6D4D-0BA6-A6C6-0C2E2BE21781}"/>
              </a:ext>
            </a:extLst>
          </p:cNvPr>
          <p:cNvSpPr/>
          <p:nvPr/>
        </p:nvSpPr>
        <p:spPr>
          <a:xfrm>
            <a:off x="759249" y="49376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7953FC-4F14-C479-B63D-01A2AC8234ED}"/>
              </a:ext>
            </a:extLst>
          </p:cNvPr>
          <p:cNvSpPr/>
          <p:nvPr/>
        </p:nvSpPr>
        <p:spPr>
          <a:xfrm>
            <a:off x="759249" y="3053802"/>
            <a:ext cx="266803" cy="538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6F0DE72-33FC-B44B-5CD3-0A69F67EB998}"/>
              </a:ext>
            </a:extLst>
          </p:cNvPr>
          <p:cNvSpPr/>
          <p:nvPr/>
        </p:nvSpPr>
        <p:spPr>
          <a:xfrm>
            <a:off x="864710" y="314387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EB3BBF-35BC-4C83-48DD-36B55B0F1239}"/>
              </a:ext>
            </a:extLst>
          </p:cNvPr>
          <p:cNvSpPr/>
          <p:nvPr/>
        </p:nvSpPr>
        <p:spPr>
          <a:xfrm>
            <a:off x="864710" y="326196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E4A75E4-B33E-6B65-9C05-9372C0885983}"/>
              </a:ext>
            </a:extLst>
          </p:cNvPr>
          <p:cNvSpPr/>
          <p:nvPr/>
        </p:nvSpPr>
        <p:spPr>
          <a:xfrm>
            <a:off x="864710" y="339652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9AE37-9A7C-C6FA-9588-2A568203CB87}"/>
              </a:ext>
            </a:extLst>
          </p:cNvPr>
          <p:cNvSpPr txBox="1"/>
          <p:nvPr/>
        </p:nvSpPr>
        <p:spPr>
          <a:xfrm>
            <a:off x="570038" y="800630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C0DEBA-7F1E-0C81-0E38-DE16623906A3}"/>
              </a:ext>
            </a:extLst>
          </p:cNvPr>
          <p:cNvSpPr txBox="1"/>
          <p:nvPr/>
        </p:nvSpPr>
        <p:spPr>
          <a:xfrm>
            <a:off x="377236" y="537567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 x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3E0E5C-5C3E-2446-B9FA-6532429A4FC4}"/>
              </a:ext>
            </a:extLst>
          </p:cNvPr>
          <p:cNvSpPr/>
          <p:nvPr/>
        </p:nvSpPr>
        <p:spPr>
          <a:xfrm>
            <a:off x="2866955" y="12510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DE4F92-B8A6-A60F-DA5E-3289E0D3918A}"/>
              </a:ext>
            </a:extLst>
          </p:cNvPr>
          <p:cNvSpPr/>
          <p:nvPr/>
        </p:nvSpPr>
        <p:spPr>
          <a:xfrm>
            <a:off x="2866955" y="15201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B0D76F-F6B3-A9AF-2E53-78AA75D886C1}"/>
              </a:ext>
            </a:extLst>
          </p:cNvPr>
          <p:cNvSpPr/>
          <p:nvPr/>
        </p:nvSpPr>
        <p:spPr>
          <a:xfrm>
            <a:off x="2866954" y="17892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2903A1-EBE6-D701-3B6C-49B94F775398}"/>
              </a:ext>
            </a:extLst>
          </p:cNvPr>
          <p:cNvSpPr/>
          <p:nvPr/>
        </p:nvSpPr>
        <p:spPr>
          <a:xfrm>
            <a:off x="2866953" y="20583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E8731E-2B01-E72B-E048-7DC19F8305D1}"/>
              </a:ext>
            </a:extLst>
          </p:cNvPr>
          <p:cNvSpPr/>
          <p:nvPr/>
        </p:nvSpPr>
        <p:spPr>
          <a:xfrm>
            <a:off x="2866953" y="23274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51D1FD-2471-1119-5071-C28C684ECA7A}"/>
              </a:ext>
            </a:extLst>
          </p:cNvPr>
          <p:cNvSpPr/>
          <p:nvPr/>
        </p:nvSpPr>
        <p:spPr>
          <a:xfrm>
            <a:off x="2866952" y="25966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675A77-09A3-AF3D-8497-0A247FB8374C}"/>
              </a:ext>
            </a:extLst>
          </p:cNvPr>
          <p:cNvSpPr/>
          <p:nvPr/>
        </p:nvSpPr>
        <p:spPr>
          <a:xfrm>
            <a:off x="2866952" y="34039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500C28-4317-E2FA-CD35-2309E4C3328B}"/>
              </a:ext>
            </a:extLst>
          </p:cNvPr>
          <p:cNvSpPr/>
          <p:nvPr/>
        </p:nvSpPr>
        <p:spPr>
          <a:xfrm>
            <a:off x="2866952" y="36730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B5C65D-65C2-11E6-98E5-BD72DE60CD91}"/>
              </a:ext>
            </a:extLst>
          </p:cNvPr>
          <p:cNvSpPr/>
          <p:nvPr/>
        </p:nvSpPr>
        <p:spPr>
          <a:xfrm>
            <a:off x="2866951" y="39422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AC1375-9EBE-969E-0210-9C8B5821731B}"/>
              </a:ext>
            </a:extLst>
          </p:cNvPr>
          <p:cNvSpPr/>
          <p:nvPr/>
        </p:nvSpPr>
        <p:spPr>
          <a:xfrm>
            <a:off x="2866950" y="42113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569FD5-B703-73DC-FA72-C5DC53B838EB}"/>
              </a:ext>
            </a:extLst>
          </p:cNvPr>
          <p:cNvSpPr/>
          <p:nvPr/>
        </p:nvSpPr>
        <p:spPr>
          <a:xfrm>
            <a:off x="2866950" y="44804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B6C0F8-6BEE-0B68-8131-C7C597B5955E}"/>
              </a:ext>
            </a:extLst>
          </p:cNvPr>
          <p:cNvSpPr/>
          <p:nvPr/>
        </p:nvSpPr>
        <p:spPr>
          <a:xfrm>
            <a:off x="2866949" y="47495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A45934-8807-A4A6-1794-89208B4C2E30}"/>
              </a:ext>
            </a:extLst>
          </p:cNvPr>
          <p:cNvSpPr/>
          <p:nvPr/>
        </p:nvSpPr>
        <p:spPr>
          <a:xfrm>
            <a:off x="2866949" y="2865722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1C780F7-60A5-F69F-83F6-0D4CC06EC3EC}"/>
              </a:ext>
            </a:extLst>
          </p:cNvPr>
          <p:cNvSpPr/>
          <p:nvPr/>
        </p:nvSpPr>
        <p:spPr>
          <a:xfrm>
            <a:off x="2972410" y="2955796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EAD3390-2459-F22B-0E22-CCEDAB1E9A59}"/>
              </a:ext>
            </a:extLst>
          </p:cNvPr>
          <p:cNvSpPr/>
          <p:nvPr/>
        </p:nvSpPr>
        <p:spPr>
          <a:xfrm>
            <a:off x="2972410" y="3073882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95AA3A2-5A1A-5DD9-96D0-5BA87585C387}"/>
              </a:ext>
            </a:extLst>
          </p:cNvPr>
          <p:cNvSpPr/>
          <p:nvPr/>
        </p:nvSpPr>
        <p:spPr>
          <a:xfrm>
            <a:off x="2972410" y="3208442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6CB55E-3E33-74AE-D3E4-3BE5AEE7C553}"/>
              </a:ext>
            </a:extLst>
          </p:cNvPr>
          <p:cNvSpPr txBox="1"/>
          <p:nvPr/>
        </p:nvSpPr>
        <p:spPr>
          <a:xfrm>
            <a:off x="2510042" y="-7998"/>
            <a:ext cx="77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922D81-6936-206A-899F-9EE39AE478A2}"/>
              </a:ext>
            </a:extLst>
          </p:cNvPr>
          <p:cNvSpPr txBox="1"/>
          <p:nvPr/>
        </p:nvSpPr>
        <p:spPr>
          <a:xfrm>
            <a:off x="2398601" y="6279468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 x 4</a:t>
            </a:r>
          </a:p>
          <a:p>
            <a:r>
              <a:rPr lang="en-US" dirty="0"/>
              <a:t>K=5, P=2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B2F4CCA-E9F0-C95B-4FAD-84EA3262A1E2}"/>
              </a:ext>
            </a:extLst>
          </p:cNvPr>
          <p:cNvSpPr/>
          <p:nvPr/>
        </p:nvSpPr>
        <p:spPr>
          <a:xfrm>
            <a:off x="3019355" y="14034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AA4D483-7069-EA85-8ACA-F0B636C2A36C}"/>
              </a:ext>
            </a:extLst>
          </p:cNvPr>
          <p:cNvSpPr/>
          <p:nvPr/>
        </p:nvSpPr>
        <p:spPr>
          <a:xfrm>
            <a:off x="3019355" y="16725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3F7D5F9-9338-48F9-9589-1200B9813208}"/>
              </a:ext>
            </a:extLst>
          </p:cNvPr>
          <p:cNvSpPr/>
          <p:nvPr/>
        </p:nvSpPr>
        <p:spPr>
          <a:xfrm>
            <a:off x="3019354" y="19416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746A302-1399-CE18-E3BE-1AEEDA6B8464}"/>
              </a:ext>
            </a:extLst>
          </p:cNvPr>
          <p:cNvSpPr/>
          <p:nvPr/>
        </p:nvSpPr>
        <p:spPr>
          <a:xfrm>
            <a:off x="3019353" y="22107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F6620AE-490C-C004-1660-C7F4D42B6CA7}"/>
              </a:ext>
            </a:extLst>
          </p:cNvPr>
          <p:cNvSpPr/>
          <p:nvPr/>
        </p:nvSpPr>
        <p:spPr>
          <a:xfrm>
            <a:off x="3019353" y="24798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844814A-E428-4AE2-ECB5-D49F573F10DA}"/>
              </a:ext>
            </a:extLst>
          </p:cNvPr>
          <p:cNvSpPr/>
          <p:nvPr/>
        </p:nvSpPr>
        <p:spPr>
          <a:xfrm>
            <a:off x="3019352" y="27490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BD7AFC6-E549-FBD4-6D77-9C6CACFD6FEF}"/>
              </a:ext>
            </a:extLst>
          </p:cNvPr>
          <p:cNvSpPr/>
          <p:nvPr/>
        </p:nvSpPr>
        <p:spPr>
          <a:xfrm>
            <a:off x="3019352" y="35563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022C665-D567-BEED-B2A6-ACF6FA4A5585}"/>
              </a:ext>
            </a:extLst>
          </p:cNvPr>
          <p:cNvSpPr/>
          <p:nvPr/>
        </p:nvSpPr>
        <p:spPr>
          <a:xfrm>
            <a:off x="3019352" y="38254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7CEE5EF-A6A0-7D98-834E-34FB69131E43}"/>
              </a:ext>
            </a:extLst>
          </p:cNvPr>
          <p:cNvSpPr/>
          <p:nvPr/>
        </p:nvSpPr>
        <p:spPr>
          <a:xfrm>
            <a:off x="3019351" y="40946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14F0A92-9A02-B17F-07C9-456B0D7BDE50}"/>
              </a:ext>
            </a:extLst>
          </p:cNvPr>
          <p:cNvSpPr/>
          <p:nvPr/>
        </p:nvSpPr>
        <p:spPr>
          <a:xfrm>
            <a:off x="3019350" y="43637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E5F7C67-DD17-F799-D5A9-0C37DE95A565}"/>
              </a:ext>
            </a:extLst>
          </p:cNvPr>
          <p:cNvSpPr/>
          <p:nvPr/>
        </p:nvSpPr>
        <p:spPr>
          <a:xfrm>
            <a:off x="3019350" y="46328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259D3E9-C906-2DCC-B615-501A5FC18EEA}"/>
              </a:ext>
            </a:extLst>
          </p:cNvPr>
          <p:cNvSpPr/>
          <p:nvPr/>
        </p:nvSpPr>
        <p:spPr>
          <a:xfrm>
            <a:off x="3019349" y="49019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ABEBDF1-2385-35AC-1C8A-DD8196499A60}"/>
              </a:ext>
            </a:extLst>
          </p:cNvPr>
          <p:cNvSpPr/>
          <p:nvPr/>
        </p:nvSpPr>
        <p:spPr>
          <a:xfrm>
            <a:off x="3019349" y="3018122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AD68839-4F68-66FC-2F36-9D19E8BCACED}"/>
              </a:ext>
            </a:extLst>
          </p:cNvPr>
          <p:cNvSpPr/>
          <p:nvPr/>
        </p:nvSpPr>
        <p:spPr>
          <a:xfrm>
            <a:off x="3124810" y="3108196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C2B5116-BBE4-8576-539A-4DC08D06FD3D}"/>
              </a:ext>
            </a:extLst>
          </p:cNvPr>
          <p:cNvSpPr/>
          <p:nvPr/>
        </p:nvSpPr>
        <p:spPr>
          <a:xfrm>
            <a:off x="3124810" y="3226282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69CABD1-5F00-238F-175A-025C9FCD9684}"/>
              </a:ext>
            </a:extLst>
          </p:cNvPr>
          <p:cNvSpPr/>
          <p:nvPr/>
        </p:nvSpPr>
        <p:spPr>
          <a:xfrm>
            <a:off x="3124810" y="3360842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D62C8B8-B95A-4FCD-3303-59EB2951A915}"/>
              </a:ext>
            </a:extLst>
          </p:cNvPr>
          <p:cNvSpPr/>
          <p:nvPr/>
        </p:nvSpPr>
        <p:spPr>
          <a:xfrm>
            <a:off x="3404373" y="1704428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77C908C-C2B7-DCCC-219D-A57EEE3B1A10}"/>
              </a:ext>
            </a:extLst>
          </p:cNvPr>
          <p:cNvSpPr/>
          <p:nvPr/>
        </p:nvSpPr>
        <p:spPr>
          <a:xfrm>
            <a:off x="3404373" y="1973548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DCD83A1-56D1-76B1-0097-80136667EB0D}"/>
              </a:ext>
            </a:extLst>
          </p:cNvPr>
          <p:cNvSpPr/>
          <p:nvPr/>
        </p:nvSpPr>
        <p:spPr>
          <a:xfrm>
            <a:off x="3404372" y="2242668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72B2895-852B-6FA0-A198-879BED4DB6EE}"/>
              </a:ext>
            </a:extLst>
          </p:cNvPr>
          <p:cNvSpPr/>
          <p:nvPr/>
        </p:nvSpPr>
        <p:spPr>
          <a:xfrm>
            <a:off x="3404371" y="2511788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BA00494-9C79-DF95-CA34-213C30649415}"/>
              </a:ext>
            </a:extLst>
          </p:cNvPr>
          <p:cNvSpPr/>
          <p:nvPr/>
        </p:nvSpPr>
        <p:spPr>
          <a:xfrm>
            <a:off x="3404370" y="305002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E6AC861-A2DB-7E2D-0952-5482C654C320}"/>
              </a:ext>
            </a:extLst>
          </p:cNvPr>
          <p:cNvSpPr/>
          <p:nvPr/>
        </p:nvSpPr>
        <p:spPr>
          <a:xfrm>
            <a:off x="3404370" y="385738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CA9FED9-9FB2-1852-821A-66A200306BE3}"/>
              </a:ext>
            </a:extLst>
          </p:cNvPr>
          <p:cNvSpPr/>
          <p:nvPr/>
        </p:nvSpPr>
        <p:spPr>
          <a:xfrm>
            <a:off x="3404370" y="412650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F32AB64-DFEA-BDE8-BA31-1DF06155D4C0}"/>
              </a:ext>
            </a:extLst>
          </p:cNvPr>
          <p:cNvSpPr/>
          <p:nvPr/>
        </p:nvSpPr>
        <p:spPr>
          <a:xfrm>
            <a:off x="3404369" y="439562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1C7D8F2-3777-DC17-2A81-00859BED3687}"/>
              </a:ext>
            </a:extLst>
          </p:cNvPr>
          <p:cNvSpPr/>
          <p:nvPr/>
        </p:nvSpPr>
        <p:spPr>
          <a:xfrm>
            <a:off x="3404368" y="466474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5BCCD41-ECD8-5DF2-113D-116038DDA9EF}"/>
              </a:ext>
            </a:extLst>
          </p:cNvPr>
          <p:cNvSpPr/>
          <p:nvPr/>
        </p:nvSpPr>
        <p:spPr>
          <a:xfrm>
            <a:off x="3404368" y="493386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4F1F17A-F419-003B-347F-D376262FB539}"/>
              </a:ext>
            </a:extLst>
          </p:cNvPr>
          <p:cNvSpPr/>
          <p:nvPr/>
        </p:nvSpPr>
        <p:spPr>
          <a:xfrm>
            <a:off x="3404367" y="520298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08E210C-2242-CA33-59E6-A54BFE886A0E}"/>
              </a:ext>
            </a:extLst>
          </p:cNvPr>
          <p:cNvSpPr/>
          <p:nvPr/>
        </p:nvSpPr>
        <p:spPr>
          <a:xfrm>
            <a:off x="3404367" y="3319148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1E5A8845-4DFC-34EC-8C4E-E97715E72EA1}"/>
              </a:ext>
            </a:extLst>
          </p:cNvPr>
          <p:cNvSpPr/>
          <p:nvPr/>
        </p:nvSpPr>
        <p:spPr>
          <a:xfrm>
            <a:off x="3509828" y="3409222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43075BED-11EC-49A1-1DC8-61F5E900ECE5}"/>
              </a:ext>
            </a:extLst>
          </p:cNvPr>
          <p:cNvSpPr/>
          <p:nvPr/>
        </p:nvSpPr>
        <p:spPr>
          <a:xfrm>
            <a:off x="3509828" y="3527308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833D7B1B-3193-4C64-B868-D7F588CA8B56}"/>
              </a:ext>
            </a:extLst>
          </p:cNvPr>
          <p:cNvSpPr/>
          <p:nvPr/>
        </p:nvSpPr>
        <p:spPr>
          <a:xfrm>
            <a:off x="3509828" y="3661868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96E499D-D3EC-9805-5918-6F06F1A59F8B}"/>
              </a:ext>
            </a:extLst>
          </p:cNvPr>
          <p:cNvSpPr/>
          <p:nvPr/>
        </p:nvSpPr>
        <p:spPr>
          <a:xfrm>
            <a:off x="2157031" y="14390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03A2431-E07B-0313-5A5E-B3E779767706}"/>
              </a:ext>
            </a:extLst>
          </p:cNvPr>
          <p:cNvSpPr/>
          <p:nvPr/>
        </p:nvSpPr>
        <p:spPr>
          <a:xfrm>
            <a:off x="2157031" y="17082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D2B8DCB-55A7-69C5-1268-656AEDD52BDE}"/>
              </a:ext>
            </a:extLst>
          </p:cNvPr>
          <p:cNvSpPr/>
          <p:nvPr/>
        </p:nvSpPr>
        <p:spPr>
          <a:xfrm>
            <a:off x="2157030" y="19773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1CF983A-FE68-95DD-E19E-6EB0AF2E65F5}"/>
              </a:ext>
            </a:extLst>
          </p:cNvPr>
          <p:cNvSpPr/>
          <p:nvPr/>
        </p:nvSpPr>
        <p:spPr>
          <a:xfrm>
            <a:off x="2157029" y="22464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B509C4-51BA-3D63-F54F-A09872D70CD7}"/>
              </a:ext>
            </a:extLst>
          </p:cNvPr>
          <p:cNvSpPr/>
          <p:nvPr/>
        </p:nvSpPr>
        <p:spPr>
          <a:xfrm>
            <a:off x="2157029" y="25155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2D658AA-A2E7-9746-C07E-D227E41D5A68}"/>
              </a:ext>
            </a:extLst>
          </p:cNvPr>
          <p:cNvSpPr/>
          <p:nvPr/>
        </p:nvSpPr>
        <p:spPr>
          <a:xfrm>
            <a:off x="2157028" y="27846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E8C62B3-A6F5-4897-1F21-6BE93A455BAD}"/>
              </a:ext>
            </a:extLst>
          </p:cNvPr>
          <p:cNvSpPr/>
          <p:nvPr/>
        </p:nvSpPr>
        <p:spPr>
          <a:xfrm>
            <a:off x="2157028" y="35920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ECEC533-B5D4-1BBC-92C5-CCE88F0E937B}"/>
              </a:ext>
            </a:extLst>
          </p:cNvPr>
          <p:cNvSpPr/>
          <p:nvPr/>
        </p:nvSpPr>
        <p:spPr>
          <a:xfrm>
            <a:off x="2157028" y="38611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F285685-1232-B58E-BB76-5609152B5541}"/>
              </a:ext>
            </a:extLst>
          </p:cNvPr>
          <p:cNvSpPr/>
          <p:nvPr/>
        </p:nvSpPr>
        <p:spPr>
          <a:xfrm>
            <a:off x="2157027" y="41302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15E410A-B408-D162-6906-16674A758ED2}"/>
              </a:ext>
            </a:extLst>
          </p:cNvPr>
          <p:cNvSpPr/>
          <p:nvPr/>
        </p:nvSpPr>
        <p:spPr>
          <a:xfrm>
            <a:off x="2157026" y="43994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8200047-0DAF-BA65-E531-67FBAD596077}"/>
              </a:ext>
            </a:extLst>
          </p:cNvPr>
          <p:cNvSpPr/>
          <p:nvPr/>
        </p:nvSpPr>
        <p:spPr>
          <a:xfrm>
            <a:off x="2157026" y="46685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19303BF-A7EF-4268-36D6-C8686EC97CD6}"/>
              </a:ext>
            </a:extLst>
          </p:cNvPr>
          <p:cNvSpPr/>
          <p:nvPr/>
        </p:nvSpPr>
        <p:spPr>
          <a:xfrm>
            <a:off x="2157025" y="49376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0EE5BDFD-D230-80BD-64CC-CB5FD6858511}"/>
              </a:ext>
            </a:extLst>
          </p:cNvPr>
          <p:cNvSpPr/>
          <p:nvPr/>
        </p:nvSpPr>
        <p:spPr>
          <a:xfrm>
            <a:off x="2157025" y="3053802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E12051B1-8CC2-20F2-0EAB-59AC5842DF51}"/>
              </a:ext>
            </a:extLst>
          </p:cNvPr>
          <p:cNvSpPr/>
          <p:nvPr/>
        </p:nvSpPr>
        <p:spPr>
          <a:xfrm>
            <a:off x="2262486" y="3143876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02022DCA-E678-3159-401D-2F37D83F8ECE}"/>
              </a:ext>
            </a:extLst>
          </p:cNvPr>
          <p:cNvSpPr/>
          <p:nvPr/>
        </p:nvSpPr>
        <p:spPr>
          <a:xfrm>
            <a:off x="2262486" y="3261962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CB805D3B-F374-1F4E-7746-157D71733484}"/>
              </a:ext>
            </a:extLst>
          </p:cNvPr>
          <p:cNvSpPr/>
          <p:nvPr/>
        </p:nvSpPr>
        <p:spPr>
          <a:xfrm>
            <a:off x="2262486" y="3396522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5A69E16E-670F-99AB-7080-2ECD64791AE1}"/>
              </a:ext>
            </a:extLst>
          </p:cNvPr>
          <p:cNvSpPr/>
          <p:nvPr/>
        </p:nvSpPr>
        <p:spPr>
          <a:xfrm>
            <a:off x="2010032" y="461318"/>
            <a:ext cx="1861752" cy="581814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9239272-0BC6-55FB-FF95-128D21F840C0}"/>
              </a:ext>
            </a:extLst>
          </p:cNvPr>
          <p:cNvSpPr/>
          <p:nvPr/>
        </p:nvSpPr>
        <p:spPr>
          <a:xfrm>
            <a:off x="6381086" y="12338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8644516-FC31-4A9C-525F-C155B5B18A29}"/>
              </a:ext>
            </a:extLst>
          </p:cNvPr>
          <p:cNvSpPr/>
          <p:nvPr/>
        </p:nvSpPr>
        <p:spPr>
          <a:xfrm>
            <a:off x="6381086" y="15029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9F777A6-8C71-9BD0-FB86-B886530993F9}"/>
              </a:ext>
            </a:extLst>
          </p:cNvPr>
          <p:cNvSpPr/>
          <p:nvPr/>
        </p:nvSpPr>
        <p:spPr>
          <a:xfrm>
            <a:off x="6381085" y="17720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F669ABB-0A05-4151-06E2-940BD184BA4D}"/>
              </a:ext>
            </a:extLst>
          </p:cNvPr>
          <p:cNvSpPr/>
          <p:nvPr/>
        </p:nvSpPr>
        <p:spPr>
          <a:xfrm>
            <a:off x="6381084" y="20411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8614F43-BF98-53E6-BBCB-1E5A37965BA9}"/>
              </a:ext>
            </a:extLst>
          </p:cNvPr>
          <p:cNvSpPr/>
          <p:nvPr/>
        </p:nvSpPr>
        <p:spPr>
          <a:xfrm>
            <a:off x="6381084" y="23102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BA56707-0B2F-C62B-5872-A4F289ED2334}"/>
              </a:ext>
            </a:extLst>
          </p:cNvPr>
          <p:cNvSpPr/>
          <p:nvPr/>
        </p:nvSpPr>
        <p:spPr>
          <a:xfrm>
            <a:off x="6381083" y="25794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646521B-F53A-D6BE-FD19-DC8BBE71B08A}"/>
              </a:ext>
            </a:extLst>
          </p:cNvPr>
          <p:cNvSpPr/>
          <p:nvPr/>
        </p:nvSpPr>
        <p:spPr>
          <a:xfrm>
            <a:off x="6381083" y="33867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264DCC-4F28-265B-F30F-54E21122690F}"/>
              </a:ext>
            </a:extLst>
          </p:cNvPr>
          <p:cNvSpPr/>
          <p:nvPr/>
        </p:nvSpPr>
        <p:spPr>
          <a:xfrm>
            <a:off x="6381083" y="36558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1243ECA-EF6E-C2EB-8DD6-E2DEC9D2F99A}"/>
              </a:ext>
            </a:extLst>
          </p:cNvPr>
          <p:cNvSpPr/>
          <p:nvPr/>
        </p:nvSpPr>
        <p:spPr>
          <a:xfrm>
            <a:off x="6381082" y="39250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4D81AFE-23E6-CC4C-AD29-B0157BB21C37}"/>
              </a:ext>
            </a:extLst>
          </p:cNvPr>
          <p:cNvSpPr/>
          <p:nvPr/>
        </p:nvSpPr>
        <p:spPr>
          <a:xfrm>
            <a:off x="6381081" y="41941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EC03DA5D-FCDC-0284-E85A-37BBDF31EAFF}"/>
              </a:ext>
            </a:extLst>
          </p:cNvPr>
          <p:cNvSpPr/>
          <p:nvPr/>
        </p:nvSpPr>
        <p:spPr>
          <a:xfrm>
            <a:off x="6381081" y="44632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312CA8-3E33-3150-5E92-E3217F2B89DB}"/>
              </a:ext>
            </a:extLst>
          </p:cNvPr>
          <p:cNvSpPr/>
          <p:nvPr/>
        </p:nvSpPr>
        <p:spPr>
          <a:xfrm>
            <a:off x="6381080" y="47323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F25DCCD-2ED6-64B2-BCED-782F8C426012}"/>
              </a:ext>
            </a:extLst>
          </p:cNvPr>
          <p:cNvSpPr/>
          <p:nvPr/>
        </p:nvSpPr>
        <p:spPr>
          <a:xfrm>
            <a:off x="6381080" y="2848534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AB175132-F8EC-F538-BA4A-FEFD4B6CFE2D}"/>
              </a:ext>
            </a:extLst>
          </p:cNvPr>
          <p:cNvSpPr/>
          <p:nvPr/>
        </p:nvSpPr>
        <p:spPr>
          <a:xfrm>
            <a:off x="6486541" y="2938608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C5E8482C-4BE8-A160-97BF-1ED446820C13}"/>
              </a:ext>
            </a:extLst>
          </p:cNvPr>
          <p:cNvSpPr/>
          <p:nvPr/>
        </p:nvSpPr>
        <p:spPr>
          <a:xfrm>
            <a:off x="6486541" y="305669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9CEA85F9-2DE3-93D9-1963-C5AD4AFC3A2A}"/>
              </a:ext>
            </a:extLst>
          </p:cNvPr>
          <p:cNvSpPr/>
          <p:nvPr/>
        </p:nvSpPr>
        <p:spPr>
          <a:xfrm>
            <a:off x="6486541" y="319125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EE36347-DE4B-253A-6C2B-130F8EA6F44C}"/>
              </a:ext>
            </a:extLst>
          </p:cNvPr>
          <p:cNvSpPr txBox="1"/>
          <p:nvPr/>
        </p:nvSpPr>
        <p:spPr>
          <a:xfrm>
            <a:off x="5893606" y="5804563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 x 4</a:t>
            </a:r>
          </a:p>
          <a:p>
            <a:r>
              <a:rPr lang="en-US" dirty="0"/>
              <a:t>K=5, P=2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59DBE73-3F76-0A63-2A18-1B30378A7A27}"/>
              </a:ext>
            </a:extLst>
          </p:cNvPr>
          <p:cNvSpPr/>
          <p:nvPr/>
        </p:nvSpPr>
        <p:spPr>
          <a:xfrm>
            <a:off x="6533486" y="13862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EE49640-B7A5-A6CE-4C7E-673A66F6A8CE}"/>
              </a:ext>
            </a:extLst>
          </p:cNvPr>
          <p:cNvSpPr/>
          <p:nvPr/>
        </p:nvSpPr>
        <p:spPr>
          <a:xfrm>
            <a:off x="6533486" y="16553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AD56D14-1439-8ACA-80F9-750D62D1BE72}"/>
              </a:ext>
            </a:extLst>
          </p:cNvPr>
          <p:cNvSpPr/>
          <p:nvPr/>
        </p:nvSpPr>
        <p:spPr>
          <a:xfrm>
            <a:off x="6533485" y="19244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F2BF1AF-4518-7B78-E751-7EC93F3763BE}"/>
              </a:ext>
            </a:extLst>
          </p:cNvPr>
          <p:cNvSpPr/>
          <p:nvPr/>
        </p:nvSpPr>
        <p:spPr>
          <a:xfrm>
            <a:off x="6533484" y="21935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9693608-F24B-A8E7-198B-69ECFBE7335B}"/>
              </a:ext>
            </a:extLst>
          </p:cNvPr>
          <p:cNvSpPr/>
          <p:nvPr/>
        </p:nvSpPr>
        <p:spPr>
          <a:xfrm>
            <a:off x="6533484" y="24626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AA55A263-13C0-B492-8349-C3F850C91798}"/>
              </a:ext>
            </a:extLst>
          </p:cNvPr>
          <p:cNvSpPr/>
          <p:nvPr/>
        </p:nvSpPr>
        <p:spPr>
          <a:xfrm>
            <a:off x="6533483" y="27318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2487BCF-A146-8AC6-4035-3CB774A6B58F}"/>
              </a:ext>
            </a:extLst>
          </p:cNvPr>
          <p:cNvSpPr/>
          <p:nvPr/>
        </p:nvSpPr>
        <p:spPr>
          <a:xfrm>
            <a:off x="6533483" y="35391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E9A80CE-2C16-6FE5-4163-B289081D6B90}"/>
              </a:ext>
            </a:extLst>
          </p:cNvPr>
          <p:cNvSpPr/>
          <p:nvPr/>
        </p:nvSpPr>
        <p:spPr>
          <a:xfrm>
            <a:off x="6533483" y="38082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9B5A2FB-A163-7AF7-FA5A-BD3F9EDAF850}"/>
              </a:ext>
            </a:extLst>
          </p:cNvPr>
          <p:cNvSpPr/>
          <p:nvPr/>
        </p:nvSpPr>
        <p:spPr>
          <a:xfrm>
            <a:off x="6533482" y="40774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F622B5E-A9D8-7F36-5BBA-D8275B18B3D2}"/>
              </a:ext>
            </a:extLst>
          </p:cNvPr>
          <p:cNvSpPr/>
          <p:nvPr/>
        </p:nvSpPr>
        <p:spPr>
          <a:xfrm>
            <a:off x="6533481" y="43465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D32E6AFF-3028-DE44-56F4-EB38062B335A}"/>
              </a:ext>
            </a:extLst>
          </p:cNvPr>
          <p:cNvSpPr/>
          <p:nvPr/>
        </p:nvSpPr>
        <p:spPr>
          <a:xfrm>
            <a:off x="6533481" y="46156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D6C5AF3-7046-8847-BF1A-CEE6C2E2597F}"/>
              </a:ext>
            </a:extLst>
          </p:cNvPr>
          <p:cNvSpPr/>
          <p:nvPr/>
        </p:nvSpPr>
        <p:spPr>
          <a:xfrm>
            <a:off x="6533480" y="48847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495F291-F37B-CB2B-19CF-B1506BB72BED}"/>
              </a:ext>
            </a:extLst>
          </p:cNvPr>
          <p:cNvSpPr/>
          <p:nvPr/>
        </p:nvSpPr>
        <p:spPr>
          <a:xfrm>
            <a:off x="6533480" y="3000934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D2BCA085-7360-00C6-E0A9-F1771E90AED2}"/>
              </a:ext>
            </a:extLst>
          </p:cNvPr>
          <p:cNvSpPr/>
          <p:nvPr/>
        </p:nvSpPr>
        <p:spPr>
          <a:xfrm>
            <a:off x="6638941" y="3091008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4A483C47-7697-D8D1-D889-BD035043AA0D}"/>
              </a:ext>
            </a:extLst>
          </p:cNvPr>
          <p:cNvSpPr/>
          <p:nvPr/>
        </p:nvSpPr>
        <p:spPr>
          <a:xfrm>
            <a:off x="6638941" y="320909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5CFA6360-CEC4-2F67-7930-7D8489BE7802}"/>
              </a:ext>
            </a:extLst>
          </p:cNvPr>
          <p:cNvSpPr/>
          <p:nvPr/>
        </p:nvSpPr>
        <p:spPr>
          <a:xfrm>
            <a:off x="6638941" y="334365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3D5B985-3A23-59CC-B000-710A68F08B5E}"/>
              </a:ext>
            </a:extLst>
          </p:cNvPr>
          <p:cNvSpPr/>
          <p:nvPr/>
        </p:nvSpPr>
        <p:spPr>
          <a:xfrm>
            <a:off x="6685886" y="15386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1D7B689-F2E6-A82D-6D74-E44A6211BFE9}"/>
              </a:ext>
            </a:extLst>
          </p:cNvPr>
          <p:cNvSpPr/>
          <p:nvPr/>
        </p:nvSpPr>
        <p:spPr>
          <a:xfrm>
            <a:off x="6685886" y="18077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1466C07-047A-5060-103A-95E0D729CEF2}"/>
              </a:ext>
            </a:extLst>
          </p:cNvPr>
          <p:cNvSpPr/>
          <p:nvPr/>
        </p:nvSpPr>
        <p:spPr>
          <a:xfrm>
            <a:off x="6685885" y="20768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6E5BDA4-A79B-A260-F32C-F7901312E05D}"/>
              </a:ext>
            </a:extLst>
          </p:cNvPr>
          <p:cNvSpPr/>
          <p:nvPr/>
        </p:nvSpPr>
        <p:spPr>
          <a:xfrm>
            <a:off x="6685884" y="23459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4B63376-DA7B-E4F7-77A1-69CCFE23BBB7}"/>
              </a:ext>
            </a:extLst>
          </p:cNvPr>
          <p:cNvSpPr/>
          <p:nvPr/>
        </p:nvSpPr>
        <p:spPr>
          <a:xfrm>
            <a:off x="6685884" y="26150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83F9ACF5-8BD6-19F4-E14E-43D04112FE0F}"/>
              </a:ext>
            </a:extLst>
          </p:cNvPr>
          <p:cNvSpPr/>
          <p:nvPr/>
        </p:nvSpPr>
        <p:spPr>
          <a:xfrm>
            <a:off x="6685883" y="28842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FE8C782-F187-F6DC-0658-54DBF04ADB68}"/>
              </a:ext>
            </a:extLst>
          </p:cNvPr>
          <p:cNvSpPr/>
          <p:nvPr/>
        </p:nvSpPr>
        <p:spPr>
          <a:xfrm>
            <a:off x="6685883" y="36915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CDFC283-2BFF-A672-7B3E-A32591F0D687}"/>
              </a:ext>
            </a:extLst>
          </p:cNvPr>
          <p:cNvSpPr/>
          <p:nvPr/>
        </p:nvSpPr>
        <p:spPr>
          <a:xfrm>
            <a:off x="6685883" y="39606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B77CA888-E0A1-754C-80CB-91A73E953460}"/>
              </a:ext>
            </a:extLst>
          </p:cNvPr>
          <p:cNvSpPr/>
          <p:nvPr/>
        </p:nvSpPr>
        <p:spPr>
          <a:xfrm>
            <a:off x="6685882" y="42298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D2DD9E3-1811-F2BA-B1AD-B71A7686AA66}"/>
              </a:ext>
            </a:extLst>
          </p:cNvPr>
          <p:cNvSpPr/>
          <p:nvPr/>
        </p:nvSpPr>
        <p:spPr>
          <a:xfrm>
            <a:off x="6685881" y="44989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3648B95-F47C-D1FE-703B-A58FE38FD0F7}"/>
              </a:ext>
            </a:extLst>
          </p:cNvPr>
          <p:cNvSpPr/>
          <p:nvPr/>
        </p:nvSpPr>
        <p:spPr>
          <a:xfrm>
            <a:off x="6685881" y="47680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78191F0-6B58-CAC2-1E58-EB78D0DEF6E3}"/>
              </a:ext>
            </a:extLst>
          </p:cNvPr>
          <p:cNvSpPr/>
          <p:nvPr/>
        </p:nvSpPr>
        <p:spPr>
          <a:xfrm>
            <a:off x="6685880" y="50371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2590731-2AD7-77E8-89B9-98A71DB5E5F3}"/>
              </a:ext>
            </a:extLst>
          </p:cNvPr>
          <p:cNvSpPr/>
          <p:nvPr/>
        </p:nvSpPr>
        <p:spPr>
          <a:xfrm>
            <a:off x="6685880" y="3153334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CA9D2133-563D-D523-1B55-6A03795BC397}"/>
              </a:ext>
            </a:extLst>
          </p:cNvPr>
          <p:cNvSpPr/>
          <p:nvPr/>
        </p:nvSpPr>
        <p:spPr>
          <a:xfrm>
            <a:off x="6791341" y="3243408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15183EF-A04F-DEA3-AF4A-2761356B6613}"/>
              </a:ext>
            </a:extLst>
          </p:cNvPr>
          <p:cNvSpPr/>
          <p:nvPr/>
        </p:nvSpPr>
        <p:spPr>
          <a:xfrm>
            <a:off x="6791341" y="336149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96E044C-2AD7-1F8F-A3A3-47365E7A0DA7}"/>
              </a:ext>
            </a:extLst>
          </p:cNvPr>
          <p:cNvSpPr/>
          <p:nvPr/>
        </p:nvSpPr>
        <p:spPr>
          <a:xfrm>
            <a:off x="6791341" y="349605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C511E641-6D3C-BF23-E2C3-8D37F85119F7}"/>
              </a:ext>
            </a:extLst>
          </p:cNvPr>
          <p:cNvSpPr/>
          <p:nvPr/>
        </p:nvSpPr>
        <p:spPr>
          <a:xfrm>
            <a:off x="6838286" y="16910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B68D4670-0C9E-CA6C-A043-7FB762FF6ECA}"/>
              </a:ext>
            </a:extLst>
          </p:cNvPr>
          <p:cNvSpPr/>
          <p:nvPr/>
        </p:nvSpPr>
        <p:spPr>
          <a:xfrm>
            <a:off x="6838286" y="19601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FE29563-67B9-BDA4-0B5F-4A673E0F609F}"/>
              </a:ext>
            </a:extLst>
          </p:cNvPr>
          <p:cNvSpPr/>
          <p:nvPr/>
        </p:nvSpPr>
        <p:spPr>
          <a:xfrm>
            <a:off x="6838285" y="22292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C2B44785-43CD-B28C-FBD8-940DA1A5D7B9}"/>
              </a:ext>
            </a:extLst>
          </p:cNvPr>
          <p:cNvSpPr/>
          <p:nvPr/>
        </p:nvSpPr>
        <p:spPr>
          <a:xfrm>
            <a:off x="6838284" y="24983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CB1CC697-5EFB-BD3D-1202-44294AA20ED7}"/>
              </a:ext>
            </a:extLst>
          </p:cNvPr>
          <p:cNvSpPr/>
          <p:nvPr/>
        </p:nvSpPr>
        <p:spPr>
          <a:xfrm>
            <a:off x="6838284" y="27674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8231862C-57E3-9764-B44A-C7019DA53215}"/>
              </a:ext>
            </a:extLst>
          </p:cNvPr>
          <p:cNvSpPr/>
          <p:nvPr/>
        </p:nvSpPr>
        <p:spPr>
          <a:xfrm>
            <a:off x="6838283" y="30366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A8DDC45-973C-6E1B-F0CB-9B53068BFD5C}"/>
              </a:ext>
            </a:extLst>
          </p:cNvPr>
          <p:cNvSpPr/>
          <p:nvPr/>
        </p:nvSpPr>
        <p:spPr>
          <a:xfrm>
            <a:off x="6838283" y="38439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04455C6-D6C1-702D-2EB5-7AE984FE9E6C}"/>
              </a:ext>
            </a:extLst>
          </p:cNvPr>
          <p:cNvSpPr/>
          <p:nvPr/>
        </p:nvSpPr>
        <p:spPr>
          <a:xfrm>
            <a:off x="6838283" y="41130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01BB5C0-9124-E43C-C6E3-BF79116F638D}"/>
              </a:ext>
            </a:extLst>
          </p:cNvPr>
          <p:cNvSpPr/>
          <p:nvPr/>
        </p:nvSpPr>
        <p:spPr>
          <a:xfrm>
            <a:off x="6838282" y="43822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C8A19BF-4D49-6A5A-F09C-933FF6A04408}"/>
              </a:ext>
            </a:extLst>
          </p:cNvPr>
          <p:cNvSpPr/>
          <p:nvPr/>
        </p:nvSpPr>
        <p:spPr>
          <a:xfrm>
            <a:off x="6838281" y="46513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CA5F90B7-7374-67A1-89B7-620965574030}"/>
              </a:ext>
            </a:extLst>
          </p:cNvPr>
          <p:cNvSpPr/>
          <p:nvPr/>
        </p:nvSpPr>
        <p:spPr>
          <a:xfrm>
            <a:off x="6838281" y="49204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469F601-2541-E699-E1A8-DEB3BBB94E67}"/>
              </a:ext>
            </a:extLst>
          </p:cNvPr>
          <p:cNvSpPr/>
          <p:nvPr/>
        </p:nvSpPr>
        <p:spPr>
          <a:xfrm>
            <a:off x="6838280" y="51895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ECD319E8-FDC4-9B0A-1BDF-036E46B2DC76}"/>
              </a:ext>
            </a:extLst>
          </p:cNvPr>
          <p:cNvSpPr/>
          <p:nvPr/>
        </p:nvSpPr>
        <p:spPr>
          <a:xfrm>
            <a:off x="6838280" y="3305734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9F49D9CF-72E9-D829-E916-E6306FFC0191}"/>
              </a:ext>
            </a:extLst>
          </p:cNvPr>
          <p:cNvSpPr/>
          <p:nvPr/>
        </p:nvSpPr>
        <p:spPr>
          <a:xfrm>
            <a:off x="6943741" y="3395808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B2612AA4-0733-C9C9-0D28-7897CCC2E11E}"/>
              </a:ext>
            </a:extLst>
          </p:cNvPr>
          <p:cNvSpPr/>
          <p:nvPr/>
        </p:nvSpPr>
        <p:spPr>
          <a:xfrm>
            <a:off x="6943741" y="351389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AEC2EEF7-EB54-4141-10AC-893C2CB25CF1}"/>
              </a:ext>
            </a:extLst>
          </p:cNvPr>
          <p:cNvSpPr/>
          <p:nvPr/>
        </p:nvSpPr>
        <p:spPr>
          <a:xfrm>
            <a:off x="6943741" y="364845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E665FB1D-0B27-FE49-C2AD-3AEE6BC14528}"/>
              </a:ext>
            </a:extLst>
          </p:cNvPr>
          <p:cNvSpPr/>
          <p:nvPr/>
        </p:nvSpPr>
        <p:spPr>
          <a:xfrm>
            <a:off x="5671162" y="14218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712BBCEA-CE1C-DAE5-47E9-9E13B9E5AC3E}"/>
              </a:ext>
            </a:extLst>
          </p:cNvPr>
          <p:cNvSpPr/>
          <p:nvPr/>
        </p:nvSpPr>
        <p:spPr>
          <a:xfrm>
            <a:off x="5671162" y="16910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30D9909-D200-5D59-85D0-7A429FD2F111}"/>
              </a:ext>
            </a:extLst>
          </p:cNvPr>
          <p:cNvSpPr/>
          <p:nvPr/>
        </p:nvSpPr>
        <p:spPr>
          <a:xfrm>
            <a:off x="5671161" y="19601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775A76C1-D8FB-7397-FE98-04569C7DE888}"/>
              </a:ext>
            </a:extLst>
          </p:cNvPr>
          <p:cNvSpPr/>
          <p:nvPr/>
        </p:nvSpPr>
        <p:spPr>
          <a:xfrm>
            <a:off x="5671160" y="22292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B1C22669-225C-0E82-D82F-F0BCD32F87F8}"/>
              </a:ext>
            </a:extLst>
          </p:cNvPr>
          <p:cNvSpPr/>
          <p:nvPr/>
        </p:nvSpPr>
        <p:spPr>
          <a:xfrm>
            <a:off x="5671160" y="24983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76E7C469-3B81-32BC-FDB7-AF2C86C531B3}"/>
              </a:ext>
            </a:extLst>
          </p:cNvPr>
          <p:cNvSpPr/>
          <p:nvPr/>
        </p:nvSpPr>
        <p:spPr>
          <a:xfrm>
            <a:off x="5671159" y="27674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B01A6EC-EAC5-B7FA-8259-C35D849BD754}"/>
              </a:ext>
            </a:extLst>
          </p:cNvPr>
          <p:cNvSpPr/>
          <p:nvPr/>
        </p:nvSpPr>
        <p:spPr>
          <a:xfrm>
            <a:off x="5671159" y="35748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3C0A4034-E935-9BCA-B3A3-0C1403F36A99}"/>
              </a:ext>
            </a:extLst>
          </p:cNvPr>
          <p:cNvSpPr/>
          <p:nvPr/>
        </p:nvSpPr>
        <p:spPr>
          <a:xfrm>
            <a:off x="5671159" y="38439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4814C48C-390D-151A-EDB1-F50673A51E92}"/>
              </a:ext>
            </a:extLst>
          </p:cNvPr>
          <p:cNvSpPr/>
          <p:nvPr/>
        </p:nvSpPr>
        <p:spPr>
          <a:xfrm>
            <a:off x="5671158" y="41130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3802421E-730B-A618-59E2-E8A7E75075B0}"/>
              </a:ext>
            </a:extLst>
          </p:cNvPr>
          <p:cNvSpPr/>
          <p:nvPr/>
        </p:nvSpPr>
        <p:spPr>
          <a:xfrm>
            <a:off x="5671157" y="43822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19D52F3-FB8D-3F25-6E4B-BEEECB635AE2}"/>
              </a:ext>
            </a:extLst>
          </p:cNvPr>
          <p:cNvSpPr/>
          <p:nvPr/>
        </p:nvSpPr>
        <p:spPr>
          <a:xfrm>
            <a:off x="5671157" y="46513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0E53126E-F81C-3DF1-FEFF-864556CE5E2F}"/>
              </a:ext>
            </a:extLst>
          </p:cNvPr>
          <p:cNvSpPr/>
          <p:nvPr/>
        </p:nvSpPr>
        <p:spPr>
          <a:xfrm>
            <a:off x="5671156" y="49204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0BA3BEC-2E93-52E0-8FB9-AE8463D6B157}"/>
              </a:ext>
            </a:extLst>
          </p:cNvPr>
          <p:cNvSpPr/>
          <p:nvPr/>
        </p:nvSpPr>
        <p:spPr>
          <a:xfrm>
            <a:off x="5671156" y="3036614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F05AEA02-D746-91CF-2492-ABFD19731F2A}"/>
              </a:ext>
            </a:extLst>
          </p:cNvPr>
          <p:cNvSpPr/>
          <p:nvPr/>
        </p:nvSpPr>
        <p:spPr>
          <a:xfrm>
            <a:off x="5776617" y="3126688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BAF3E713-2745-DEAC-A87F-8A6821B98C5D}"/>
              </a:ext>
            </a:extLst>
          </p:cNvPr>
          <p:cNvSpPr/>
          <p:nvPr/>
        </p:nvSpPr>
        <p:spPr>
          <a:xfrm>
            <a:off x="5776617" y="324477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D62C3904-9846-B421-CE59-82F9F646F26D}"/>
              </a:ext>
            </a:extLst>
          </p:cNvPr>
          <p:cNvSpPr/>
          <p:nvPr/>
        </p:nvSpPr>
        <p:spPr>
          <a:xfrm>
            <a:off x="5776617" y="3379334"/>
            <a:ext cx="53340" cy="6096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9383B71C-4ECF-57B5-6AD4-53DF2D025FE8}"/>
              </a:ext>
            </a:extLst>
          </p:cNvPr>
          <p:cNvSpPr/>
          <p:nvPr/>
        </p:nvSpPr>
        <p:spPr>
          <a:xfrm>
            <a:off x="5524163" y="1037255"/>
            <a:ext cx="1779373" cy="46828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6C00852-FA40-F6C8-A2D4-DBE731BE0708}"/>
              </a:ext>
            </a:extLst>
          </p:cNvPr>
          <p:cNvSpPr/>
          <p:nvPr/>
        </p:nvSpPr>
        <p:spPr>
          <a:xfrm>
            <a:off x="3404371" y="2780908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51513AE8-DE7C-28CB-7062-F00E2FDC7F53}"/>
              </a:ext>
            </a:extLst>
          </p:cNvPr>
          <p:cNvSpPr/>
          <p:nvPr/>
        </p:nvSpPr>
        <p:spPr>
          <a:xfrm>
            <a:off x="3320283" y="330891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C5D2281D-EAA3-4766-AB73-CD09E1FC3176}"/>
              </a:ext>
            </a:extLst>
          </p:cNvPr>
          <p:cNvSpPr/>
          <p:nvPr/>
        </p:nvSpPr>
        <p:spPr>
          <a:xfrm>
            <a:off x="3320283" y="342700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E24EFA1A-E540-19BC-3B42-701432EEA171}"/>
              </a:ext>
            </a:extLst>
          </p:cNvPr>
          <p:cNvSpPr/>
          <p:nvPr/>
        </p:nvSpPr>
        <p:spPr>
          <a:xfrm>
            <a:off x="3320283" y="356156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ECED7617-1048-45BC-218E-21437E76ADFE}"/>
              </a:ext>
            </a:extLst>
          </p:cNvPr>
          <p:cNvSpPr/>
          <p:nvPr/>
        </p:nvSpPr>
        <p:spPr>
          <a:xfrm>
            <a:off x="2866949" y="99764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E8FCD2F-E4DB-07CD-26F3-EB0107E3CB44}"/>
              </a:ext>
            </a:extLst>
          </p:cNvPr>
          <p:cNvSpPr/>
          <p:nvPr/>
        </p:nvSpPr>
        <p:spPr>
          <a:xfrm>
            <a:off x="2866949" y="7306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53FC570-3EDF-5FB7-8215-0E130CF1695E}"/>
              </a:ext>
            </a:extLst>
          </p:cNvPr>
          <p:cNvSpPr/>
          <p:nvPr/>
        </p:nvSpPr>
        <p:spPr>
          <a:xfrm>
            <a:off x="3019349" y="11443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0E43ABE-FFE3-E603-7896-5DADE6EC27D6}"/>
              </a:ext>
            </a:extLst>
          </p:cNvPr>
          <p:cNvSpPr/>
          <p:nvPr/>
        </p:nvSpPr>
        <p:spPr>
          <a:xfrm>
            <a:off x="3019349" y="8823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6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192B0-58AD-E9C7-D024-736D7AED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>
            <a:extLst>
              <a:ext uri="{FF2B5EF4-FFF2-40B4-BE49-F238E27FC236}">
                <a16:creationId xmlns:a16="http://schemas.microsoft.com/office/drawing/2014/main" id="{C7FE6EC5-06A1-66AC-0B0A-E45C69191261}"/>
              </a:ext>
            </a:extLst>
          </p:cNvPr>
          <p:cNvSpPr/>
          <p:nvPr/>
        </p:nvSpPr>
        <p:spPr>
          <a:xfrm>
            <a:off x="10943966" y="3240206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D30D364-F803-F896-F139-4372DEFECDF3}"/>
              </a:ext>
            </a:extLst>
          </p:cNvPr>
          <p:cNvSpPr/>
          <p:nvPr/>
        </p:nvSpPr>
        <p:spPr>
          <a:xfrm>
            <a:off x="10388525" y="512732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E49CF93-BA6E-8ECF-F9AC-FBC5DB851AF5}"/>
              </a:ext>
            </a:extLst>
          </p:cNvPr>
          <p:cNvSpPr/>
          <p:nvPr/>
        </p:nvSpPr>
        <p:spPr>
          <a:xfrm>
            <a:off x="8780649" y="22894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37D3716-1C34-0492-4AEA-8B658E8487A1}"/>
              </a:ext>
            </a:extLst>
          </p:cNvPr>
          <p:cNvSpPr/>
          <p:nvPr/>
        </p:nvSpPr>
        <p:spPr>
          <a:xfrm>
            <a:off x="8780651" y="25585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C934D0-2523-D4E5-D795-A21FF0F4DD40}"/>
              </a:ext>
            </a:extLst>
          </p:cNvPr>
          <p:cNvSpPr/>
          <p:nvPr/>
        </p:nvSpPr>
        <p:spPr>
          <a:xfrm>
            <a:off x="8243235" y="50617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EBA77-FF20-76CC-3B9E-A936012DAAF7}"/>
              </a:ext>
            </a:extLst>
          </p:cNvPr>
          <p:cNvSpPr txBox="1"/>
          <p:nvPr/>
        </p:nvSpPr>
        <p:spPr>
          <a:xfrm>
            <a:off x="6475862" y="90074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508FD8-AD75-33B0-DFA6-D9EA23F1425F}"/>
              </a:ext>
            </a:extLst>
          </p:cNvPr>
          <p:cNvSpPr txBox="1"/>
          <p:nvPr/>
        </p:nvSpPr>
        <p:spPr>
          <a:xfrm>
            <a:off x="6336400" y="645408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 x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3B6EE0-4120-4BA1-A027-1C078B3FDA2F}"/>
              </a:ext>
            </a:extLst>
          </p:cNvPr>
          <p:cNvSpPr/>
          <p:nvPr/>
        </p:nvSpPr>
        <p:spPr>
          <a:xfrm>
            <a:off x="8243241" y="129781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5015E9-7B4B-C54C-0C2A-6728BDD68839}"/>
              </a:ext>
            </a:extLst>
          </p:cNvPr>
          <p:cNvSpPr/>
          <p:nvPr/>
        </p:nvSpPr>
        <p:spPr>
          <a:xfrm>
            <a:off x="8243241" y="156693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0E57CD-5B52-8536-1608-0ACE56B0FF0C}"/>
              </a:ext>
            </a:extLst>
          </p:cNvPr>
          <p:cNvSpPr/>
          <p:nvPr/>
        </p:nvSpPr>
        <p:spPr>
          <a:xfrm>
            <a:off x="8243240" y="183605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408398-F4DE-613E-ABE4-3DCC963C5A68}"/>
              </a:ext>
            </a:extLst>
          </p:cNvPr>
          <p:cNvSpPr/>
          <p:nvPr/>
        </p:nvSpPr>
        <p:spPr>
          <a:xfrm>
            <a:off x="8243239" y="21051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069505-F496-F4CD-D3BB-9D861AA27782}"/>
              </a:ext>
            </a:extLst>
          </p:cNvPr>
          <p:cNvSpPr/>
          <p:nvPr/>
        </p:nvSpPr>
        <p:spPr>
          <a:xfrm>
            <a:off x="8243239" y="237429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004E91-0E92-882E-D8DF-2B1A774BCEAD}"/>
              </a:ext>
            </a:extLst>
          </p:cNvPr>
          <p:cNvSpPr/>
          <p:nvPr/>
        </p:nvSpPr>
        <p:spPr>
          <a:xfrm>
            <a:off x="8243238" y="264341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805561-7D20-3FAC-31B5-487AD5F51036}"/>
              </a:ext>
            </a:extLst>
          </p:cNvPr>
          <p:cNvSpPr/>
          <p:nvPr/>
        </p:nvSpPr>
        <p:spPr>
          <a:xfrm>
            <a:off x="8243238" y="34507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BA3727-8C00-8A99-097D-D0BEF77030CA}"/>
              </a:ext>
            </a:extLst>
          </p:cNvPr>
          <p:cNvSpPr/>
          <p:nvPr/>
        </p:nvSpPr>
        <p:spPr>
          <a:xfrm>
            <a:off x="8243238" y="371989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0AC359-E599-1F07-5470-181E829E6B41}"/>
              </a:ext>
            </a:extLst>
          </p:cNvPr>
          <p:cNvSpPr/>
          <p:nvPr/>
        </p:nvSpPr>
        <p:spPr>
          <a:xfrm>
            <a:off x="8243237" y="398901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89A0A0-DA1B-CC9C-322B-8C510AA2276F}"/>
              </a:ext>
            </a:extLst>
          </p:cNvPr>
          <p:cNvSpPr/>
          <p:nvPr/>
        </p:nvSpPr>
        <p:spPr>
          <a:xfrm>
            <a:off x="8243236" y="425813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12185E-1846-CC9B-E6C5-816757F29F7A}"/>
              </a:ext>
            </a:extLst>
          </p:cNvPr>
          <p:cNvSpPr/>
          <p:nvPr/>
        </p:nvSpPr>
        <p:spPr>
          <a:xfrm>
            <a:off x="8243236" y="452725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D7E926-61EC-30FD-FBD5-8F269522C6F8}"/>
              </a:ext>
            </a:extLst>
          </p:cNvPr>
          <p:cNvSpPr/>
          <p:nvPr/>
        </p:nvSpPr>
        <p:spPr>
          <a:xfrm>
            <a:off x="8243235" y="47963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E49CEAD-3755-8082-9379-3405FC407E26}"/>
              </a:ext>
            </a:extLst>
          </p:cNvPr>
          <p:cNvSpPr/>
          <p:nvPr/>
        </p:nvSpPr>
        <p:spPr>
          <a:xfrm>
            <a:off x="8243235" y="2912533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BA19C5-689E-07AB-2B21-68BB7076E8B2}"/>
              </a:ext>
            </a:extLst>
          </p:cNvPr>
          <p:cNvSpPr/>
          <p:nvPr/>
        </p:nvSpPr>
        <p:spPr>
          <a:xfrm>
            <a:off x="8348696" y="300260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60BCA63-4697-1966-DB44-CA95579715F8}"/>
              </a:ext>
            </a:extLst>
          </p:cNvPr>
          <p:cNvSpPr/>
          <p:nvPr/>
        </p:nvSpPr>
        <p:spPr>
          <a:xfrm>
            <a:off x="8348696" y="312069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82FCD96-D9D5-949A-8624-3C145FFDAA76}"/>
              </a:ext>
            </a:extLst>
          </p:cNvPr>
          <p:cNvSpPr/>
          <p:nvPr/>
        </p:nvSpPr>
        <p:spPr>
          <a:xfrm>
            <a:off x="8348696" y="325525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21404E-70BD-4578-6F8A-619121F41877}"/>
              </a:ext>
            </a:extLst>
          </p:cNvPr>
          <p:cNvSpPr txBox="1"/>
          <p:nvPr/>
        </p:nvSpPr>
        <p:spPr>
          <a:xfrm>
            <a:off x="8274383" y="0"/>
            <a:ext cx="77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4A29D2-B651-E227-EFC0-22914F2F50C5}"/>
              </a:ext>
            </a:extLst>
          </p:cNvPr>
          <p:cNvSpPr txBox="1"/>
          <p:nvPr/>
        </p:nvSpPr>
        <p:spPr>
          <a:xfrm>
            <a:off x="10312325" y="5807750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500 x 4</a:t>
            </a:r>
          </a:p>
          <a:p>
            <a:pPr algn="ctr"/>
            <a:r>
              <a:rPr lang="en-US" dirty="0"/>
              <a:t>Stride=5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20A82AB-1005-2700-A012-6400EA747A4B}"/>
              </a:ext>
            </a:extLst>
          </p:cNvPr>
          <p:cNvSpPr/>
          <p:nvPr/>
        </p:nvSpPr>
        <p:spPr>
          <a:xfrm>
            <a:off x="8395641" y="145021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A755FF2-0EEE-E5BD-2CC2-8AB6EDCAA5DF}"/>
              </a:ext>
            </a:extLst>
          </p:cNvPr>
          <p:cNvSpPr/>
          <p:nvPr/>
        </p:nvSpPr>
        <p:spPr>
          <a:xfrm>
            <a:off x="8395641" y="171933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51A7083-E4B1-05B9-7D68-BB1040D6EE8B}"/>
              </a:ext>
            </a:extLst>
          </p:cNvPr>
          <p:cNvSpPr/>
          <p:nvPr/>
        </p:nvSpPr>
        <p:spPr>
          <a:xfrm>
            <a:off x="8395640" y="198845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0431E8A-F74A-DC9C-03BF-5B9C7E0A5442}"/>
              </a:ext>
            </a:extLst>
          </p:cNvPr>
          <p:cNvSpPr/>
          <p:nvPr/>
        </p:nvSpPr>
        <p:spPr>
          <a:xfrm>
            <a:off x="8395639" y="22575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221AB56-B8C1-8E8E-4D8E-F7FF8596C59D}"/>
              </a:ext>
            </a:extLst>
          </p:cNvPr>
          <p:cNvSpPr/>
          <p:nvPr/>
        </p:nvSpPr>
        <p:spPr>
          <a:xfrm>
            <a:off x="8395639" y="252669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52C069-A0C6-2FC2-DAF4-8E62A84B54C7}"/>
              </a:ext>
            </a:extLst>
          </p:cNvPr>
          <p:cNvSpPr/>
          <p:nvPr/>
        </p:nvSpPr>
        <p:spPr>
          <a:xfrm>
            <a:off x="8395638" y="279581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DF988D4-98C7-D406-E13A-3E36F01A7B54}"/>
              </a:ext>
            </a:extLst>
          </p:cNvPr>
          <p:cNvSpPr/>
          <p:nvPr/>
        </p:nvSpPr>
        <p:spPr>
          <a:xfrm>
            <a:off x="8395638" y="36031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16DCB34-FBB2-105F-579B-040645A7DCD3}"/>
              </a:ext>
            </a:extLst>
          </p:cNvPr>
          <p:cNvSpPr/>
          <p:nvPr/>
        </p:nvSpPr>
        <p:spPr>
          <a:xfrm>
            <a:off x="8395638" y="387229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3E49F21-9FE0-4BC8-5314-D50A95501766}"/>
              </a:ext>
            </a:extLst>
          </p:cNvPr>
          <p:cNvSpPr/>
          <p:nvPr/>
        </p:nvSpPr>
        <p:spPr>
          <a:xfrm>
            <a:off x="8395637" y="414141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60CF1BA-0323-ED7E-ABE9-613D47836E93}"/>
              </a:ext>
            </a:extLst>
          </p:cNvPr>
          <p:cNvSpPr/>
          <p:nvPr/>
        </p:nvSpPr>
        <p:spPr>
          <a:xfrm>
            <a:off x="8395636" y="441053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7D6167C-7428-5C38-F141-D0C6F25A994E}"/>
              </a:ext>
            </a:extLst>
          </p:cNvPr>
          <p:cNvSpPr/>
          <p:nvPr/>
        </p:nvSpPr>
        <p:spPr>
          <a:xfrm>
            <a:off x="8395636" y="467965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207A886-82E8-9318-95BD-61461512229C}"/>
              </a:ext>
            </a:extLst>
          </p:cNvPr>
          <p:cNvSpPr/>
          <p:nvPr/>
        </p:nvSpPr>
        <p:spPr>
          <a:xfrm>
            <a:off x="8395635" y="49487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D4253B95-35DA-29B4-FE0D-BCE90C36E053}"/>
              </a:ext>
            </a:extLst>
          </p:cNvPr>
          <p:cNvSpPr/>
          <p:nvPr/>
        </p:nvSpPr>
        <p:spPr>
          <a:xfrm>
            <a:off x="8395635" y="3064933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9BCDE98F-C43E-B0CF-D128-E22BE2788F22}"/>
              </a:ext>
            </a:extLst>
          </p:cNvPr>
          <p:cNvSpPr/>
          <p:nvPr/>
        </p:nvSpPr>
        <p:spPr>
          <a:xfrm>
            <a:off x="8501096" y="315500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13CD19F-3F76-B0B5-F167-2FE7DC88A078}"/>
              </a:ext>
            </a:extLst>
          </p:cNvPr>
          <p:cNvSpPr/>
          <p:nvPr/>
        </p:nvSpPr>
        <p:spPr>
          <a:xfrm>
            <a:off x="8501096" y="327309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B2F34F9-F7AC-71F9-0FB3-83C2C838071C}"/>
              </a:ext>
            </a:extLst>
          </p:cNvPr>
          <p:cNvSpPr/>
          <p:nvPr/>
        </p:nvSpPr>
        <p:spPr>
          <a:xfrm>
            <a:off x="8501096" y="340765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8BBB0E8-34EB-D859-66EC-3CCB85296C5B}"/>
              </a:ext>
            </a:extLst>
          </p:cNvPr>
          <p:cNvSpPr/>
          <p:nvPr/>
        </p:nvSpPr>
        <p:spPr>
          <a:xfrm>
            <a:off x="8780651" y="94408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8BADB53-7CF8-45EB-BCCE-CD6C100A06BD}"/>
              </a:ext>
            </a:extLst>
          </p:cNvPr>
          <p:cNvSpPr/>
          <p:nvPr/>
        </p:nvSpPr>
        <p:spPr>
          <a:xfrm>
            <a:off x="8780651" y="121320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1E7698A-2540-63D0-0DF4-8BAD1FBE7D91}"/>
              </a:ext>
            </a:extLst>
          </p:cNvPr>
          <p:cNvSpPr/>
          <p:nvPr/>
        </p:nvSpPr>
        <p:spPr>
          <a:xfrm>
            <a:off x="8780650" y="148232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EF31512-1FB3-F6D5-CE10-49FA2385E751}"/>
              </a:ext>
            </a:extLst>
          </p:cNvPr>
          <p:cNvSpPr/>
          <p:nvPr/>
        </p:nvSpPr>
        <p:spPr>
          <a:xfrm>
            <a:off x="8780649" y="175144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81BFE3D-9A62-7546-E11C-EFEEFDA3E1CF}"/>
              </a:ext>
            </a:extLst>
          </p:cNvPr>
          <p:cNvSpPr/>
          <p:nvPr/>
        </p:nvSpPr>
        <p:spPr>
          <a:xfrm>
            <a:off x="8780656" y="30968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5AC9212-5F38-F15A-7B0D-55AD4535549A}"/>
              </a:ext>
            </a:extLst>
          </p:cNvPr>
          <p:cNvSpPr/>
          <p:nvPr/>
        </p:nvSpPr>
        <p:spPr>
          <a:xfrm>
            <a:off x="8780656" y="39041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B9BE712-8F4F-02C1-DCCA-5A5714776ADC}"/>
              </a:ext>
            </a:extLst>
          </p:cNvPr>
          <p:cNvSpPr/>
          <p:nvPr/>
        </p:nvSpPr>
        <p:spPr>
          <a:xfrm>
            <a:off x="8780656" y="41733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78BDE6A-07DA-0521-9701-7117D94DFC6E}"/>
              </a:ext>
            </a:extLst>
          </p:cNvPr>
          <p:cNvSpPr/>
          <p:nvPr/>
        </p:nvSpPr>
        <p:spPr>
          <a:xfrm>
            <a:off x="8780655" y="44424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86EF391-914D-6DCA-7ABF-B355A7161F7D}"/>
              </a:ext>
            </a:extLst>
          </p:cNvPr>
          <p:cNvSpPr/>
          <p:nvPr/>
        </p:nvSpPr>
        <p:spPr>
          <a:xfrm>
            <a:off x="8780654" y="47115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5B3A08A-CCDB-DE70-52C8-685A19B4338C}"/>
              </a:ext>
            </a:extLst>
          </p:cNvPr>
          <p:cNvSpPr/>
          <p:nvPr/>
        </p:nvSpPr>
        <p:spPr>
          <a:xfrm>
            <a:off x="8780654" y="49806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06E69B9-9780-5FB7-1528-15A44DCCEDB1}"/>
              </a:ext>
            </a:extLst>
          </p:cNvPr>
          <p:cNvSpPr/>
          <p:nvPr/>
        </p:nvSpPr>
        <p:spPr>
          <a:xfrm>
            <a:off x="8780653" y="52497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15EF53C-83C8-F26F-4347-952DDE4DE232}"/>
              </a:ext>
            </a:extLst>
          </p:cNvPr>
          <p:cNvSpPr/>
          <p:nvPr/>
        </p:nvSpPr>
        <p:spPr>
          <a:xfrm>
            <a:off x="8780653" y="3365959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6855B68C-9DBF-C468-AD24-6C6168EAC26B}"/>
              </a:ext>
            </a:extLst>
          </p:cNvPr>
          <p:cNvSpPr/>
          <p:nvPr/>
        </p:nvSpPr>
        <p:spPr>
          <a:xfrm>
            <a:off x="8886114" y="345603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4CFD4BB2-160F-14B4-7BB5-C03BD5656D34}"/>
              </a:ext>
            </a:extLst>
          </p:cNvPr>
          <p:cNvSpPr/>
          <p:nvPr/>
        </p:nvSpPr>
        <p:spPr>
          <a:xfrm>
            <a:off x="8886114" y="357411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BD9D095B-7FA3-493B-C2ED-6203BC5CB83E}"/>
              </a:ext>
            </a:extLst>
          </p:cNvPr>
          <p:cNvSpPr/>
          <p:nvPr/>
        </p:nvSpPr>
        <p:spPr>
          <a:xfrm>
            <a:off x="8886114" y="370867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A90DDDDF-D97C-A1A9-EFAB-D8DFBD710FFE}"/>
              </a:ext>
            </a:extLst>
          </p:cNvPr>
          <p:cNvSpPr/>
          <p:nvPr/>
        </p:nvSpPr>
        <p:spPr>
          <a:xfrm>
            <a:off x="7886327" y="459406"/>
            <a:ext cx="1496121" cy="57435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8002A0B-FADD-1C92-9F8B-A5227B01B2FE}"/>
              </a:ext>
            </a:extLst>
          </p:cNvPr>
          <p:cNvSpPr/>
          <p:nvPr/>
        </p:nvSpPr>
        <p:spPr>
          <a:xfrm>
            <a:off x="10388529" y="13752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346F031-D832-9936-F26B-A84B3F6E5B01}"/>
              </a:ext>
            </a:extLst>
          </p:cNvPr>
          <p:cNvSpPr/>
          <p:nvPr/>
        </p:nvSpPr>
        <p:spPr>
          <a:xfrm>
            <a:off x="10388529" y="16443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1C9B9C36-384A-D2AA-180C-A884356317AD}"/>
              </a:ext>
            </a:extLst>
          </p:cNvPr>
          <p:cNvSpPr/>
          <p:nvPr/>
        </p:nvSpPr>
        <p:spPr>
          <a:xfrm>
            <a:off x="10388528" y="19134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1253857-5DF4-0003-03A7-E9659AA09412}"/>
              </a:ext>
            </a:extLst>
          </p:cNvPr>
          <p:cNvSpPr/>
          <p:nvPr/>
        </p:nvSpPr>
        <p:spPr>
          <a:xfrm>
            <a:off x="10388527" y="218256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6E18DDB-F7CC-2A41-768E-6B788E3B4F0E}"/>
              </a:ext>
            </a:extLst>
          </p:cNvPr>
          <p:cNvSpPr/>
          <p:nvPr/>
        </p:nvSpPr>
        <p:spPr>
          <a:xfrm>
            <a:off x="10388527" y="245168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1B05442-F711-A118-D060-1524A6950D23}"/>
              </a:ext>
            </a:extLst>
          </p:cNvPr>
          <p:cNvSpPr/>
          <p:nvPr/>
        </p:nvSpPr>
        <p:spPr>
          <a:xfrm>
            <a:off x="10388526" y="27208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FDC045F9-29BF-D727-939C-0AA3C88CC075}"/>
              </a:ext>
            </a:extLst>
          </p:cNvPr>
          <p:cNvSpPr/>
          <p:nvPr/>
        </p:nvSpPr>
        <p:spPr>
          <a:xfrm>
            <a:off x="10388526" y="352816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1A0AA62-E6F4-9D77-828B-321F7C6FD276}"/>
              </a:ext>
            </a:extLst>
          </p:cNvPr>
          <p:cNvSpPr/>
          <p:nvPr/>
        </p:nvSpPr>
        <p:spPr>
          <a:xfrm>
            <a:off x="10388526" y="379728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319665F-FDB4-D72E-1DD3-4AF6D1ADE388}"/>
              </a:ext>
            </a:extLst>
          </p:cNvPr>
          <p:cNvSpPr/>
          <p:nvPr/>
        </p:nvSpPr>
        <p:spPr>
          <a:xfrm>
            <a:off x="10388525" y="40664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3C0E089A-973B-21F9-3BFC-76331CA13C8A}"/>
              </a:ext>
            </a:extLst>
          </p:cNvPr>
          <p:cNvSpPr/>
          <p:nvPr/>
        </p:nvSpPr>
        <p:spPr>
          <a:xfrm>
            <a:off x="10388524" y="43355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C6CE13A-2709-BA6B-90B2-0D20DF4CE01F}"/>
              </a:ext>
            </a:extLst>
          </p:cNvPr>
          <p:cNvSpPr/>
          <p:nvPr/>
        </p:nvSpPr>
        <p:spPr>
          <a:xfrm>
            <a:off x="10388524" y="46046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C0741CE-467E-4C19-7CD6-0CCB81348FD3}"/>
              </a:ext>
            </a:extLst>
          </p:cNvPr>
          <p:cNvSpPr/>
          <p:nvPr/>
        </p:nvSpPr>
        <p:spPr>
          <a:xfrm>
            <a:off x="10388523" y="487376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0E1142E4-C938-1D96-2BC2-A454279D9B43}"/>
              </a:ext>
            </a:extLst>
          </p:cNvPr>
          <p:cNvSpPr/>
          <p:nvPr/>
        </p:nvSpPr>
        <p:spPr>
          <a:xfrm>
            <a:off x="10388523" y="2989929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B67F9021-CE46-97F3-4823-D3E6CF5057A5}"/>
              </a:ext>
            </a:extLst>
          </p:cNvPr>
          <p:cNvSpPr/>
          <p:nvPr/>
        </p:nvSpPr>
        <p:spPr>
          <a:xfrm>
            <a:off x="10493984" y="308000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7AD3D0D5-2CE0-BBE9-CD61-88B59594F084}"/>
              </a:ext>
            </a:extLst>
          </p:cNvPr>
          <p:cNvSpPr/>
          <p:nvPr/>
        </p:nvSpPr>
        <p:spPr>
          <a:xfrm>
            <a:off x="10493984" y="319808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E21555C-14F5-B914-139B-FE38212E7B8E}"/>
              </a:ext>
            </a:extLst>
          </p:cNvPr>
          <p:cNvSpPr/>
          <p:nvPr/>
        </p:nvSpPr>
        <p:spPr>
          <a:xfrm>
            <a:off x="10493984" y="333264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3CDBF7D-108A-BD0F-6C21-5B373FD6A6AD}"/>
              </a:ext>
            </a:extLst>
          </p:cNvPr>
          <p:cNvSpPr txBox="1"/>
          <p:nvPr/>
        </p:nvSpPr>
        <p:spPr>
          <a:xfrm>
            <a:off x="8134891" y="6216787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 x 4</a:t>
            </a:r>
          </a:p>
          <a:p>
            <a:r>
              <a:rPr lang="en-US" dirty="0"/>
              <a:t>K=5, P=2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4EA0E95-6D1E-AAD9-9223-9A9493FCDFEF}"/>
              </a:ext>
            </a:extLst>
          </p:cNvPr>
          <p:cNvSpPr/>
          <p:nvPr/>
        </p:nvSpPr>
        <p:spPr>
          <a:xfrm>
            <a:off x="10540929" y="15276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74AAC8E-EC2B-A21E-2205-86749E5F6BFC}"/>
              </a:ext>
            </a:extLst>
          </p:cNvPr>
          <p:cNvSpPr/>
          <p:nvPr/>
        </p:nvSpPr>
        <p:spPr>
          <a:xfrm>
            <a:off x="10540929" y="17967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05434B2-BF01-7D76-1CB4-E777B1105E1E}"/>
              </a:ext>
            </a:extLst>
          </p:cNvPr>
          <p:cNvSpPr/>
          <p:nvPr/>
        </p:nvSpPr>
        <p:spPr>
          <a:xfrm>
            <a:off x="10540928" y="20658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F7559F6-A5F2-A177-F3EB-9DD231AF2502}"/>
              </a:ext>
            </a:extLst>
          </p:cNvPr>
          <p:cNvSpPr/>
          <p:nvPr/>
        </p:nvSpPr>
        <p:spPr>
          <a:xfrm>
            <a:off x="10540927" y="233496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16432D3-934C-981D-B470-4680C91901FB}"/>
              </a:ext>
            </a:extLst>
          </p:cNvPr>
          <p:cNvSpPr/>
          <p:nvPr/>
        </p:nvSpPr>
        <p:spPr>
          <a:xfrm>
            <a:off x="10540927" y="260408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7DD72D8-3F3C-4F1A-1E20-CD8A5CDEA0CC}"/>
              </a:ext>
            </a:extLst>
          </p:cNvPr>
          <p:cNvSpPr/>
          <p:nvPr/>
        </p:nvSpPr>
        <p:spPr>
          <a:xfrm>
            <a:off x="10540926" y="28732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09FDF486-0BA2-9B11-AA2C-2AF755B8EF2C}"/>
              </a:ext>
            </a:extLst>
          </p:cNvPr>
          <p:cNvSpPr/>
          <p:nvPr/>
        </p:nvSpPr>
        <p:spPr>
          <a:xfrm>
            <a:off x="10540926" y="368056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8ADDF81-89A7-E7B0-85DC-3DB0B2E5C6D4}"/>
              </a:ext>
            </a:extLst>
          </p:cNvPr>
          <p:cNvSpPr/>
          <p:nvPr/>
        </p:nvSpPr>
        <p:spPr>
          <a:xfrm>
            <a:off x="10540926" y="394968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BF394BF-AC65-A86A-6ED9-14C8126B79F6}"/>
              </a:ext>
            </a:extLst>
          </p:cNvPr>
          <p:cNvSpPr/>
          <p:nvPr/>
        </p:nvSpPr>
        <p:spPr>
          <a:xfrm>
            <a:off x="10540925" y="42188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001CB90-498C-5CDB-7F6B-D965898C6453}"/>
              </a:ext>
            </a:extLst>
          </p:cNvPr>
          <p:cNvSpPr/>
          <p:nvPr/>
        </p:nvSpPr>
        <p:spPr>
          <a:xfrm>
            <a:off x="10540924" y="44879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3BAACD3-6381-533F-71E6-F8D44D9B737E}"/>
              </a:ext>
            </a:extLst>
          </p:cNvPr>
          <p:cNvSpPr/>
          <p:nvPr/>
        </p:nvSpPr>
        <p:spPr>
          <a:xfrm>
            <a:off x="10540924" y="47570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D471A42-646C-7D29-C4E2-3B77EC5045C2}"/>
              </a:ext>
            </a:extLst>
          </p:cNvPr>
          <p:cNvSpPr/>
          <p:nvPr/>
        </p:nvSpPr>
        <p:spPr>
          <a:xfrm>
            <a:off x="10540923" y="502616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C0CB78C2-2DA6-BE97-D20E-E885644BC9B2}"/>
              </a:ext>
            </a:extLst>
          </p:cNvPr>
          <p:cNvSpPr/>
          <p:nvPr/>
        </p:nvSpPr>
        <p:spPr>
          <a:xfrm>
            <a:off x="10540923" y="3142329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A4368391-3DAB-9B5F-D75F-5FD09304AA06}"/>
              </a:ext>
            </a:extLst>
          </p:cNvPr>
          <p:cNvSpPr/>
          <p:nvPr/>
        </p:nvSpPr>
        <p:spPr>
          <a:xfrm>
            <a:off x="10646384" y="323240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9F16B7C3-2756-EDED-9C7B-DBE6B231F85A}"/>
              </a:ext>
            </a:extLst>
          </p:cNvPr>
          <p:cNvSpPr/>
          <p:nvPr/>
        </p:nvSpPr>
        <p:spPr>
          <a:xfrm>
            <a:off x="10646384" y="335048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FD97CDCE-24F0-A3EF-672B-CAD2E315B2DD}"/>
              </a:ext>
            </a:extLst>
          </p:cNvPr>
          <p:cNvSpPr/>
          <p:nvPr/>
        </p:nvSpPr>
        <p:spPr>
          <a:xfrm>
            <a:off x="10646384" y="348504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A301E12-964C-46BA-40BB-A00142EEFE42}"/>
              </a:ext>
            </a:extLst>
          </p:cNvPr>
          <p:cNvSpPr/>
          <p:nvPr/>
        </p:nvSpPr>
        <p:spPr>
          <a:xfrm>
            <a:off x="10943972" y="162548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ECBFFA8-44DF-8D05-82EC-A61314A48362}"/>
              </a:ext>
            </a:extLst>
          </p:cNvPr>
          <p:cNvSpPr/>
          <p:nvPr/>
        </p:nvSpPr>
        <p:spPr>
          <a:xfrm>
            <a:off x="10943972" y="189460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6C98B0E-BEF4-351D-1DA4-21F44340A1F6}"/>
              </a:ext>
            </a:extLst>
          </p:cNvPr>
          <p:cNvSpPr/>
          <p:nvPr/>
        </p:nvSpPr>
        <p:spPr>
          <a:xfrm>
            <a:off x="10943971" y="21637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A2FE0E1-35F6-FB5E-3873-801FF49E81C7}"/>
              </a:ext>
            </a:extLst>
          </p:cNvPr>
          <p:cNvSpPr/>
          <p:nvPr/>
        </p:nvSpPr>
        <p:spPr>
          <a:xfrm>
            <a:off x="10943970" y="243284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1B44F2D-4345-C527-56CE-07A583365E13}"/>
              </a:ext>
            </a:extLst>
          </p:cNvPr>
          <p:cNvSpPr/>
          <p:nvPr/>
        </p:nvSpPr>
        <p:spPr>
          <a:xfrm>
            <a:off x="10943970" y="270196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C61DEC3-18B4-45E8-7246-572C4F0267E8}"/>
              </a:ext>
            </a:extLst>
          </p:cNvPr>
          <p:cNvSpPr/>
          <p:nvPr/>
        </p:nvSpPr>
        <p:spPr>
          <a:xfrm>
            <a:off x="10943969" y="297108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3509CFF-1067-E021-96EA-945DD981F2AB}"/>
              </a:ext>
            </a:extLst>
          </p:cNvPr>
          <p:cNvSpPr/>
          <p:nvPr/>
        </p:nvSpPr>
        <p:spPr>
          <a:xfrm>
            <a:off x="10943969" y="377844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6FC0C1EE-E8C9-D06D-B681-03752FE362EF}"/>
              </a:ext>
            </a:extLst>
          </p:cNvPr>
          <p:cNvSpPr/>
          <p:nvPr/>
        </p:nvSpPr>
        <p:spPr>
          <a:xfrm>
            <a:off x="10943969" y="404756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062CA47-DB8D-BABC-324E-73D5CA95AD61}"/>
              </a:ext>
            </a:extLst>
          </p:cNvPr>
          <p:cNvSpPr/>
          <p:nvPr/>
        </p:nvSpPr>
        <p:spPr>
          <a:xfrm>
            <a:off x="10943968" y="431668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F691711-4FE1-87F4-97D8-F0C82F140F45}"/>
              </a:ext>
            </a:extLst>
          </p:cNvPr>
          <p:cNvSpPr/>
          <p:nvPr/>
        </p:nvSpPr>
        <p:spPr>
          <a:xfrm>
            <a:off x="10943967" y="458580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10EA933-4159-2BFE-7A06-7517A25B18C2}"/>
              </a:ext>
            </a:extLst>
          </p:cNvPr>
          <p:cNvSpPr/>
          <p:nvPr/>
        </p:nvSpPr>
        <p:spPr>
          <a:xfrm>
            <a:off x="10943967" y="48549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B6815AC-0BD7-919D-2683-1AA4B341E777}"/>
              </a:ext>
            </a:extLst>
          </p:cNvPr>
          <p:cNvSpPr/>
          <p:nvPr/>
        </p:nvSpPr>
        <p:spPr>
          <a:xfrm>
            <a:off x="10943966" y="512404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ED77BAB2-028A-D1DB-6597-D9DCE287A610}"/>
              </a:ext>
            </a:extLst>
          </p:cNvPr>
          <p:cNvSpPr/>
          <p:nvPr/>
        </p:nvSpPr>
        <p:spPr>
          <a:xfrm>
            <a:off x="11049427" y="3330280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144E48B-3A0B-1925-E991-E90A80A929D7}"/>
              </a:ext>
            </a:extLst>
          </p:cNvPr>
          <p:cNvSpPr/>
          <p:nvPr/>
        </p:nvSpPr>
        <p:spPr>
          <a:xfrm>
            <a:off x="11049427" y="344836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72DEA56-890F-0FC8-17CE-18FFBC3856F2}"/>
              </a:ext>
            </a:extLst>
          </p:cNvPr>
          <p:cNvSpPr/>
          <p:nvPr/>
        </p:nvSpPr>
        <p:spPr>
          <a:xfrm>
            <a:off x="11049427" y="358292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44F7D23A-B0BB-7742-32A3-FCB507C3439B}"/>
              </a:ext>
            </a:extLst>
          </p:cNvPr>
          <p:cNvSpPr/>
          <p:nvPr/>
        </p:nvSpPr>
        <p:spPr>
          <a:xfrm>
            <a:off x="10096889" y="875172"/>
            <a:ext cx="1371535" cy="490632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796CD19-B0CD-8BFF-8ED4-39007FE848FB}"/>
              </a:ext>
            </a:extLst>
          </p:cNvPr>
          <p:cNvSpPr/>
          <p:nvPr/>
        </p:nvSpPr>
        <p:spPr>
          <a:xfrm>
            <a:off x="8780649" y="202056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8950B783-B65A-3591-69CA-424124D0C8CB}"/>
              </a:ext>
            </a:extLst>
          </p:cNvPr>
          <p:cNvSpPr/>
          <p:nvPr/>
        </p:nvSpPr>
        <p:spPr>
          <a:xfrm>
            <a:off x="8696569" y="335572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E65B343E-E8B4-96A7-56A6-75D565ADC98E}"/>
              </a:ext>
            </a:extLst>
          </p:cNvPr>
          <p:cNvSpPr/>
          <p:nvPr/>
        </p:nvSpPr>
        <p:spPr>
          <a:xfrm>
            <a:off x="8696569" y="347381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F5C9B9CC-1F4B-57A5-234E-06E130054CCB}"/>
              </a:ext>
            </a:extLst>
          </p:cNvPr>
          <p:cNvSpPr/>
          <p:nvPr/>
        </p:nvSpPr>
        <p:spPr>
          <a:xfrm>
            <a:off x="8696569" y="360837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5BDC617-2490-DFD5-7325-6F5CC4353C34}"/>
              </a:ext>
            </a:extLst>
          </p:cNvPr>
          <p:cNvSpPr/>
          <p:nvPr/>
        </p:nvSpPr>
        <p:spPr>
          <a:xfrm>
            <a:off x="8243235" y="10444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B766686-B46B-731A-614A-406E427E7D76}"/>
              </a:ext>
            </a:extLst>
          </p:cNvPr>
          <p:cNvSpPr/>
          <p:nvPr/>
        </p:nvSpPr>
        <p:spPr>
          <a:xfrm>
            <a:off x="8243235" y="77741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7C15ED3B-6872-61F5-FF6E-5D3D5D8C5B7C}"/>
              </a:ext>
            </a:extLst>
          </p:cNvPr>
          <p:cNvSpPr/>
          <p:nvPr/>
        </p:nvSpPr>
        <p:spPr>
          <a:xfrm>
            <a:off x="8395635" y="119113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1C16FF2-0CE1-00D8-DACA-AFC2A7BBDDD8}"/>
              </a:ext>
            </a:extLst>
          </p:cNvPr>
          <p:cNvSpPr/>
          <p:nvPr/>
        </p:nvSpPr>
        <p:spPr>
          <a:xfrm>
            <a:off x="8395635" y="92913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18C095-3F33-EB13-3F9C-914E27B96CDC}"/>
              </a:ext>
            </a:extLst>
          </p:cNvPr>
          <p:cNvSpPr/>
          <p:nvPr/>
        </p:nvSpPr>
        <p:spPr>
          <a:xfrm>
            <a:off x="8243235" y="53308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4F58376-27B7-F6E0-C26B-2A685F5A427D}"/>
              </a:ext>
            </a:extLst>
          </p:cNvPr>
          <p:cNvSpPr/>
          <p:nvPr/>
        </p:nvSpPr>
        <p:spPr>
          <a:xfrm>
            <a:off x="8243235" y="55999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23A375-FC47-225D-5444-41FC1891FDFF}"/>
              </a:ext>
            </a:extLst>
          </p:cNvPr>
          <p:cNvSpPr/>
          <p:nvPr/>
        </p:nvSpPr>
        <p:spPr>
          <a:xfrm>
            <a:off x="8395635" y="52141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0D13481-A4BC-B920-20B1-2967168A34EA}"/>
              </a:ext>
            </a:extLst>
          </p:cNvPr>
          <p:cNvSpPr/>
          <p:nvPr/>
        </p:nvSpPr>
        <p:spPr>
          <a:xfrm>
            <a:off x="8395635" y="54818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92B789B-5559-25DF-9072-D9EBCF3314C1}"/>
              </a:ext>
            </a:extLst>
          </p:cNvPr>
          <p:cNvSpPr/>
          <p:nvPr/>
        </p:nvSpPr>
        <p:spPr>
          <a:xfrm>
            <a:off x="8394364" y="573829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D6065F-C7B7-47D0-F3A5-6B33A837C029}"/>
              </a:ext>
            </a:extLst>
          </p:cNvPr>
          <p:cNvSpPr/>
          <p:nvPr/>
        </p:nvSpPr>
        <p:spPr>
          <a:xfrm>
            <a:off x="8780653" y="55189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8CE643-0D79-3ABE-F0A8-77C740DB9F12}"/>
              </a:ext>
            </a:extLst>
          </p:cNvPr>
          <p:cNvSpPr/>
          <p:nvPr/>
        </p:nvSpPr>
        <p:spPr>
          <a:xfrm>
            <a:off x="8780653" y="57880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4285B09-E02D-8371-358B-6A8B9B0CCBE8}"/>
              </a:ext>
            </a:extLst>
          </p:cNvPr>
          <p:cNvSpPr/>
          <p:nvPr/>
        </p:nvSpPr>
        <p:spPr>
          <a:xfrm>
            <a:off x="8780651" y="28277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4A207C-7239-406A-1135-386C8D04FE42}"/>
              </a:ext>
            </a:extLst>
          </p:cNvPr>
          <p:cNvSpPr txBox="1"/>
          <p:nvPr/>
        </p:nvSpPr>
        <p:spPr>
          <a:xfrm>
            <a:off x="8646380" y="44988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FFB704-DACB-8A03-4E10-DE7E66DEF6A8}"/>
              </a:ext>
            </a:extLst>
          </p:cNvPr>
          <p:cNvSpPr txBox="1"/>
          <p:nvPr/>
        </p:nvSpPr>
        <p:spPr>
          <a:xfrm>
            <a:off x="6634152" y="57475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5248E86-DC17-F40E-131A-67D3B7708B86}"/>
              </a:ext>
            </a:extLst>
          </p:cNvPr>
          <p:cNvSpPr/>
          <p:nvPr/>
        </p:nvSpPr>
        <p:spPr>
          <a:xfrm>
            <a:off x="6685375" y="22365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967B244-C4EB-8261-CB17-D0EFACC123CE}"/>
              </a:ext>
            </a:extLst>
          </p:cNvPr>
          <p:cNvSpPr/>
          <p:nvPr/>
        </p:nvSpPr>
        <p:spPr>
          <a:xfrm>
            <a:off x="6685377" y="250567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723B730-2635-5730-0A19-5F6C4B7212EB}"/>
              </a:ext>
            </a:extLst>
          </p:cNvPr>
          <p:cNvSpPr/>
          <p:nvPr/>
        </p:nvSpPr>
        <p:spPr>
          <a:xfrm>
            <a:off x="6685377" y="891157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4A22D3E-AAED-CD71-17A9-C656CF968F34}"/>
              </a:ext>
            </a:extLst>
          </p:cNvPr>
          <p:cNvSpPr/>
          <p:nvPr/>
        </p:nvSpPr>
        <p:spPr>
          <a:xfrm>
            <a:off x="6685377" y="1160277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352D65-FF9E-5AB7-E6A7-1438E62F8D42}"/>
              </a:ext>
            </a:extLst>
          </p:cNvPr>
          <p:cNvSpPr/>
          <p:nvPr/>
        </p:nvSpPr>
        <p:spPr>
          <a:xfrm>
            <a:off x="6685376" y="1429397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520D0FA-24BA-4CD9-B8F3-0D641496C043}"/>
              </a:ext>
            </a:extLst>
          </p:cNvPr>
          <p:cNvSpPr/>
          <p:nvPr/>
        </p:nvSpPr>
        <p:spPr>
          <a:xfrm>
            <a:off x="6685375" y="1698517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09C048-2081-7DCC-D8B0-E84D3A4195DE}"/>
              </a:ext>
            </a:extLst>
          </p:cNvPr>
          <p:cNvSpPr/>
          <p:nvPr/>
        </p:nvSpPr>
        <p:spPr>
          <a:xfrm>
            <a:off x="6685382" y="304391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287D3DA-073D-460C-850D-F21EBB535E4A}"/>
              </a:ext>
            </a:extLst>
          </p:cNvPr>
          <p:cNvSpPr/>
          <p:nvPr/>
        </p:nvSpPr>
        <p:spPr>
          <a:xfrm>
            <a:off x="6685382" y="385127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8D6783-30E6-99F9-D0C8-53B799829F62}"/>
              </a:ext>
            </a:extLst>
          </p:cNvPr>
          <p:cNvSpPr/>
          <p:nvPr/>
        </p:nvSpPr>
        <p:spPr>
          <a:xfrm>
            <a:off x="6685382" y="412039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C426EE7-3DA2-C4BE-9EC3-76AD813C9CFD}"/>
              </a:ext>
            </a:extLst>
          </p:cNvPr>
          <p:cNvSpPr/>
          <p:nvPr/>
        </p:nvSpPr>
        <p:spPr>
          <a:xfrm>
            <a:off x="6685381" y="438951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649DF51-83FF-54BC-B386-471CDC019CC0}"/>
              </a:ext>
            </a:extLst>
          </p:cNvPr>
          <p:cNvSpPr/>
          <p:nvPr/>
        </p:nvSpPr>
        <p:spPr>
          <a:xfrm>
            <a:off x="6685380" y="465863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6F9415-240B-2739-C0E1-E2E6CF3B4888}"/>
              </a:ext>
            </a:extLst>
          </p:cNvPr>
          <p:cNvSpPr/>
          <p:nvPr/>
        </p:nvSpPr>
        <p:spPr>
          <a:xfrm>
            <a:off x="6685380" y="49277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D5606EF-55C3-25F7-EF43-9CAC5650D920}"/>
              </a:ext>
            </a:extLst>
          </p:cNvPr>
          <p:cNvSpPr/>
          <p:nvPr/>
        </p:nvSpPr>
        <p:spPr>
          <a:xfrm>
            <a:off x="6685379" y="519687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FABD6A8-2AAA-A1F5-25AB-E9FA9C20A0A9}"/>
              </a:ext>
            </a:extLst>
          </p:cNvPr>
          <p:cNvSpPr/>
          <p:nvPr/>
        </p:nvSpPr>
        <p:spPr>
          <a:xfrm>
            <a:off x="6685379" y="3313030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4C6639E-C5C1-C203-5962-8F16416F5D05}"/>
              </a:ext>
            </a:extLst>
          </p:cNvPr>
          <p:cNvSpPr/>
          <p:nvPr/>
        </p:nvSpPr>
        <p:spPr>
          <a:xfrm>
            <a:off x="6790840" y="340310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39620BF-78E8-5CC4-39BD-6745EBB20FED}"/>
              </a:ext>
            </a:extLst>
          </p:cNvPr>
          <p:cNvSpPr/>
          <p:nvPr/>
        </p:nvSpPr>
        <p:spPr>
          <a:xfrm>
            <a:off x="6790840" y="3521190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99CEA10-B855-6FE6-AB45-8600C83F5307}"/>
              </a:ext>
            </a:extLst>
          </p:cNvPr>
          <p:cNvSpPr/>
          <p:nvPr/>
        </p:nvSpPr>
        <p:spPr>
          <a:xfrm>
            <a:off x="6790840" y="3655750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D342FC-7E75-1582-2DB1-29F57D7C8B83}"/>
              </a:ext>
            </a:extLst>
          </p:cNvPr>
          <p:cNvSpPr/>
          <p:nvPr/>
        </p:nvSpPr>
        <p:spPr>
          <a:xfrm>
            <a:off x="6685375" y="1967637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30213AC-C99D-866C-52DC-F27DB5D996BB}"/>
              </a:ext>
            </a:extLst>
          </p:cNvPr>
          <p:cNvSpPr/>
          <p:nvPr/>
        </p:nvSpPr>
        <p:spPr>
          <a:xfrm>
            <a:off x="6685379" y="546599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8277AD9-ED8C-C713-0E9B-765FDC75091C}"/>
              </a:ext>
            </a:extLst>
          </p:cNvPr>
          <p:cNvSpPr/>
          <p:nvPr/>
        </p:nvSpPr>
        <p:spPr>
          <a:xfrm>
            <a:off x="6685379" y="573511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6C72327-A9EC-5692-D14C-A858417BBF7B}"/>
              </a:ext>
            </a:extLst>
          </p:cNvPr>
          <p:cNvSpPr/>
          <p:nvPr/>
        </p:nvSpPr>
        <p:spPr>
          <a:xfrm>
            <a:off x="6685377" y="277479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269D0B4-0311-D677-4EB9-E7FFD1FD15CB}"/>
              </a:ext>
            </a:extLst>
          </p:cNvPr>
          <p:cNvCxnSpPr>
            <a:cxnSpLocks/>
          </p:cNvCxnSpPr>
          <p:nvPr/>
        </p:nvCxnSpPr>
        <p:spPr>
          <a:xfrm>
            <a:off x="8554436" y="734335"/>
            <a:ext cx="493016" cy="12512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A8FE6A58-A32E-6BF8-DFDC-356E7E32FA53}"/>
              </a:ext>
            </a:extLst>
          </p:cNvPr>
          <p:cNvSpPr/>
          <p:nvPr/>
        </p:nvSpPr>
        <p:spPr>
          <a:xfrm>
            <a:off x="6470293" y="483125"/>
            <a:ext cx="696024" cy="57435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656ABAB6-9E73-C7CD-453F-2A6B8FF135FA}"/>
              </a:ext>
            </a:extLst>
          </p:cNvPr>
          <p:cNvSpPr/>
          <p:nvPr/>
        </p:nvSpPr>
        <p:spPr>
          <a:xfrm>
            <a:off x="10943972" y="135985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D510EE80-F423-E497-ADCB-37B0EE7356AF}"/>
              </a:ext>
            </a:extLst>
          </p:cNvPr>
          <p:cNvSpPr/>
          <p:nvPr/>
        </p:nvSpPr>
        <p:spPr>
          <a:xfrm>
            <a:off x="10388525" y="1106089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0B21E8C-8708-CB60-C988-57EAE501120A}"/>
              </a:ext>
            </a:extLst>
          </p:cNvPr>
          <p:cNvSpPr/>
          <p:nvPr/>
        </p:nvSpPr>
        <p:spPr>
          <a:xfrm>
            <a:off x="10541929" y="12676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DFB69969-27E0-64FE-FE19-61ACC4A0EAA4}"/>
              </a:ext>
            </a:extLst>
          </p:cNvPr>
          <p:cNvSpPr/>
          <p:nvPr/>
        </p:nvSpPr>
        <p:spPr>
          <a:xfrm>
            <a:off x="10943354" y="538502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A49BB2D9-D109-AFCE-FB0C-1C2CE4AA8B4D}"/>
              </a:ext>
            </a:extLst>
          </p:cNvPr>
          <p:cNvSpPr/>
          <p:nvPr/>
        </p:nvSpPr>
        <p:spPr>
          <a:xfrm>
            <a:off x="10542014" y="5289167"/>
            <a:ext cx="266804" cy="3129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62A89043-D557-7B96-8839-631F7F358169}"/>
              </a:ext>
            </a:extLst>
          </p:cNvPr>
          <p:cNvSpPr/>
          <p:nvPr/>
        </p:nvSpPr>
        <p:spPr>
          <a:xfrm>
            <a:off x="10844639" y="329463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02117A8D-81EB-CD06-4608-456A9BE70D1A}"/>
              </a:ext>
            </a:extLst>
          </p:cNvPr>
          <p:cNvSpPr/>
          <p:nvPr/>
        </p:nvSpPr>
        <p:spPr>
          <a:xfrm>
            <a:off x="10844639" y="341271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6802B662-970C-6BA1-8944-F8C3066D5365}"/>
              </a:ext>
            </a:extLst>
          </p:cNvPr>
          <p:cNvSpPr/>
          <p:nvPr/>
        </p:nvSpPr>
        <p:spPr>
          <a:xfrm>
            <a:off x="10844639" y="354727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CED7F5E-4926-5742-CCE0-385D4BB274E6}"/>
              </a:ext>
            </a:extLst>
          </p:cNvPr>
          <p:cNvSpPr txBox="1"/>
          <p:nvPr/>
        </p:nvSpPr>
        <p:spPr>
          <a:xfrm>
            <a:off x="10879000" y="851196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308DA6C3-97B1-C112-06D4-51687CDCACA7}"/>
              </a:ext>
            </a:extLst>
          </p:cNvPr>
          <p:cNvCxnSpPr>
            <a:cxnSpLocks/>
          </p:cNvCxnSpPr>
          <p:nvPr/>
        </p:nvCxnSpPr>
        <p:spPr>
          <a:xfrm>
            <a:off x="10744524" y="1106089"/>
            <a:ext cx="466245" cy="1917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D22AF548-5AD5-C73B-E5D9-29D7809090B6}"/>
              </a:ext>
            </a:extLst>
          </p:cNvPr>
          <p:cNvSpPr txBox="1"/>
          <p:nvPr/>
        </p:nvSpPr>
        <p:spPr>
          <a:xfrm>
            <a:off x="10230517" y="340860"/>
            <a:ext cx="11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MaxPool1</a:t>
            </a: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0AABC43F-F142-138A-54F2-2F5CC5F1F023}"/>
              </a:ext>
            </a:extLst>
          </p:cNvPr>
          <p:cNvCxnSpPr>
            <a:cxnSpLocks/>
          </p:cNvCxnSpPr>
          <p:nvPr/>
        </p:nvCxnSpPr>
        <p:spPr>
          <a:xfrm>
            <a:off x="9047452" y="944086"/>
            <a:ext cx="1341073" cy="16200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A34ED624-71D9-AF8B-26BF-1782E7EE526C}"/>
              </a:ext>
            </a:extLst>
          </p:cNvPr>
          <p:cNvCxnSpPr>
            <a:cxnSpLocks/>
          </p:cNvCxnSpPr>
          <p:nvPr/>
        </p:nvCxnSpPr>
        <p:spPr>
          <a:xfrm flipV="1">
            <a:off x="9047452" y="1375209"/>
            <a:ext cx="1341073" cy="9142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Picture 253">
            <a:extLst>
              <a:ext uri="{FF2B5EF4-FFF2-40B4-BE49-F238E27FC236}">
                <a16:creationId xmlns:a16="http://schemas.microsoft.com/office/drawing/2014/main" id="{403EF535-1E01-6956-F85C-F199B01D7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28" r="24769" b="-1"/>
          <a:stretch>
            <a:fillRect/>
          </a:stretch>
        </p:blipFill>
        <p:spPr>
          <a:xfrm>
            <a:off x="879953" y="1082477"/>
            <a:ext cx="3131247" cy="429664"/>
          </a:xfrm>
          <a:prstGeom prst="rect">
            <a:avLst/>
          </a:prstGeom>
        </p:spPr>
      </p:pic>
      <p:sp>
        <p:nvSpPr>
          <p:cNvPr id="255" name="TextBox 254">
            <a:extLst>
              <a:ext uri="{FF2B5EF4-FFF2-40B4-BE49-F238E27FC236}">
                <a16:creationId xmlns:a16="http://schemas.microsoft.com/office/drawing/2014/main" id="{7B8AB3BD-C498-78A1-4CD9-3C31274455D8}"/>
              </a:ext>
            </a:extLst>
          </p:cNvPr>
          <p:cNvSpPr txBox="1"/>
          <p:nvPr/>
        </p:nvSpPr>
        <p:spPr>
          <a:xfrm>
            <a:off x="2211503" y="532425"/>
            <a:ext cx="598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Raw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996B301-C2F1-B9A7-984C-106C1B5100DA}"/>
              </a:ext>
            </a:extLst>
          </p:cNvPr>
          <p:cNvSpPr txBox="1"/>
          <p:nvPr/>
        </p:nvSpPr>
        <p:spPr>
          <a:xfrm>
            <a:off x="1568780" y="1614659"/>
            <a:ext cx="2151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Lead II – 500Hz ~ 10s</a:t>
            </a:r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755021C3-6008-94B7-4321-889B8211A06B}"/>
              </a:ext>
            </a:extLst>
          </p:cNvPr>
          <p:cNvSpPr/>
          <p:nvPr/>
        </p:nvSpPr>
        <p:spPr>
          <a:xfrm>
            <a:off x="1201271" y="2262136"/>
            <a:ext cx="2796988" cy="9664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5DF1845-C9CF-4147-D97C-4582C80F3F20}"/>
              </a:ext>
            </a:extLst>
          </p:cNvPr>
          <p:cNvSpPr txBox="1"/>
          <p:nvPr/>
        </p:nvSpPr>
        <p:spPr>
          <a:xfrm>
            <a:off x="1958011" y="2257573"/>
            <a:ext cx="1462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Downsample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328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2277-221C-BEA0-326F-86E95874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>
            <a:extLst>
              <a:ext uri="{FF2B5EF4-FFF2-40B4-BE49-F238E27FC236}">
                <a16:creationId xmlns:a16="http://schemas.microsoft.com/office/drawing/2014/main" id="{D9C68000-1FD9-3D85-7053-EB90072E4943}"/>
              </a:ext>
            </a:extLst>
          </p:cNvPr>
          <p:cNvSpPr/>
          <p:nvPr/>
        </p:nvSpPr>
        <p:spPr>
          <a:xfrm>
            <a:off x="8286171" y="2993894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639103-7056-CFDB-4355-E4E8928EAC5D}"/>
              </a:ext>
            </a:extLst>
          </p:cNvPr>
          <p:cNvSpPr/>
          <p:nvPr/>
        </p:nvSpPr>
        <p:spPr>
          <a:xfrm>
            <a:off x="6122850" y="231584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1488DA7-2EFE-ACE4-3AC3-19D939C94E6F}"/>
              </a:ext>
            </a:extLst>
          </p:cNvPr>
          <p:cNvSpPr/>
          <p:nvPr/>
        </p:nvSpPr>
        <p:spPr>
          <a:xfrm>
            <a:off x="6122852" y="258496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323F30-B61C-148C-0D2C-1D9748C81AD1}"/>
              </a:ext>
            </a:extLst>
          </p:cNvPr>
          <p:cNvSpPr/>
          <p:nvPr/>
        </p:nvSpPr>
        <p:spPr>
          <a:xfrm>
            <a:off x="5585432" y="482100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94919D-13D9-EEF2-931B-413F1B5D32E0}"/>
              </a:ext>
            </a:extLst>
          </p:cNvPr>
          <p:cNvSpPr/>
          <p:nvPr/>
        </p:nvSpPr>
        <p:spPr>
          <a:xfrm>
            <a:off x="759255" y="14390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35340-03EF-7C8B-644A-4F9D0EA1DA6D}"/>
              </a:ext>
            </a:extLst>
          </p:cNvPr>
          <p:cNvSpPr/>
          <p:nvPr/>
        </p:nvSpPr>
        <p:spPr>
          <a:xfrm>
            <a:off x="759255" y="17082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7B09A1-968A-A41F-F660-A45C6B7D8357}"/>
              </a:ext>
            </a:extLst>
          </p:cNvPr>
          <p:cNvSpPr/>
          <p:nvPr/>
        </p:nvSpPr>
        <p:spPr>
          <a:xfrm>
            <a:off x="759254" y="19773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C41200-F11D-3981-CE98-AB8F9E4E8079}"/>
              </a:ext>
            </a:extLst>
          </p:cNvPr>
          <p:cNvSpPr/>
          <p:nvPr/>
        </p:nvSpPr>
        <p:spPr>
          <a:xfrm>
            <a:off x="759253" y="22464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C9F47A-40AD-C320-89CA-92EC077E15C6}"/>
              </a:ext>
            </a:extLst>
          </p:cNvPr>
          <p:cNvSpPr/>
          <p:nvPr/>
        </p:nvSpPr>
        <p:spPr>
          <a:xfrm>
            <a:off x="759253" y="25155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F01813-FD2E-ED21-976B-856DB32A3ADE}"/>
              </a:ext>
            </a:extLst>
          </p:cNvPr>
          <p:cNvSpPr/>
          <p:nvPr/>
        </p:nvSpPr>
        <p:spPr>
          <a:xfrm>
            <a:off x="759252" y="27846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211D02-C5D5-DEE9-D3C6-EFED238C3168}"/>
              </a:ext>
            </a:extLst>
          </p:cNvPr>
          <p:cNvSpPr/>
          <p:nvPr/>
        </p:nvSpPr>
        <p:spPr>
          <a:xfrm>
            <a:off x="759252" y="35920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F2FAD-7274-0CE4-4005-1354B04BB5FD}"/>
              </a:ext>
            </a:extLst>
          </p:cNvPr>
          <p:cNvSpPr/>
          <p:nvPr/>
        </p:nvSpPr>
        <p:spPr>
          <a:xfrm>
            <a:off x="759252" y="38611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39085F-76E4-34F6-C4DF-376E5B61AA1E}"/>
              </a:ext>
            </a:extLst>
          </p:cNvPr>
          <p:cNvSpPr/>
          <p:nvPr/>
        </p:nvSpPr>
        <p:spPr>
          <a:xfrm>
            <a:off x="759251" y="41302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1AD78D-A340-9423-1D3D-C6D724EBAE5C}"/>
              </a:ext>
            </a:extLst>
          </p:cNvPr>
          <p:cNvSpPr/>
          <p:nvPr/>
        </p:nvSpPr>
        <p:spPr>
          <a:xfrm>
            <a:off x="759250" y="43994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97D263-5AF8-34CF-3FF3-45896241DC37}"/>
              </a:ext>
            </a:extLst>
          </p:cNvPr>
          <p:cNvSpPr/>
          <p:nvPr/>
        </p:nvSpPr>
        <p:spPr>
          <a:xfrm>
            <a:off x="759250" y="46685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6C515-C900-0E87-994F-54DD92BAA176}"/>
              </a:ext>
            </a:extLst>
          </p:cNvPr>
          <p:cNvSpPr/>
          <p:nvPr/>
        </p:nvSpPr>
        <p:spPr>
          <a:xfrm>
            <a:off x="759249" y="49376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D746A5-B912-1CDC-919F-62775D7AE6F0}"/>
              </a:ext>
            </a:extLst>
          </p:cNvPr>
          <p:cNvSpPr/>
          <p:nvPr/>
        </p:nvSpPr>
        <p:spPr>
          <a:xfrm>
            <a:off x="759249" y="3053802"/>
            <a:ext cx="266803" cy="538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FD6018-7D9C-E18C-E50D-5CF93FC4D35E}"/>
              </a:ext>
            </a:extLst>
          </p:cNvPr>
          <p:cNvSpPr/>
          <p:nvPr/>
        </p:nvSpPr>
        <p:spPr>
          <a:xfrm>
            <a:off x="864710" y="314387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2EC5A2-1521-219B-606D-F4AF34BAE5D5}"/>
              </a:ext>
            </a:extLst>
          </p:cNvPr>
          <p:cNvSpPr/>
          <p:nvPr/>
        </p:nvSpPr>
        <p:spPr>
          <a:xfrm>
            <a:off x="864710" y="326196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AA5DAB-9F7F-549E-6A8D-6B59C3851FFD}"/>
              </a:ext>
            </a:extLst>
          </p:cNvPr>
          <p:cNvSpPr/>
          <p:nvPr/>
        </p:nvSpPr>
        <p:spPr>
          <a:xfrm>
            <a:off x="864710" y="339652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E7AAC9-BCBD-C9B9-4787-FF1CD974C377}"/>
              </a:ext>
            </a:extLst>
          </p:cNvPr>
          <p:cNvSpPr txBox="1"/>
          <p:nvPr/>
        </p:nvSpPr>
        <p:spPr>
          <a:xfrm>
            <a:off x="3818063" y="116443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6BFEEE-A7B0-86B8-636B-F86ADFDE67D4}"/>
              </a:ext>
            </a:extLst>
          </p:cNvPr>
          <p:cNvSpPr txBox="1"/>
          <p:nvPr/>
        </p:nvSpPr>
        <p:spPr>
          <a:xfrm>
            <a:off x="3678601" y="648045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 x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A102BD-543D-ADEB-1BAA-7BFFF3BF894B}"/>
              </a:ext>
            </a:extLst>
          </p:cNvPr>
          <p:cNvSpPr/>
          <p:nvPr/>
        </p:nvSpPr>
        <p:spPr>
          <a:xfrm>
            <a:off x="5585442" y="13241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9E6019-922F-5E19-B904-A2C3ADBC990C}"/>
              </a:ext>
            </a:extLst>
          </p:cNvPr>
          <p:cNvSpPr/>
          <p:nvPr/>
        </p:nvSpPr>
        <p:spPr>
          <a:xfrm>
            <a:off x="5585442" y="15933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D271D2-466D-8D6F-F827-9FE651E4C588}"/>
              </a:ext>
            </a:extLst>
          </p:cNvPr>
          <p:cNvSpPr/>
          <p:nvPr/>
        </p:nvSpPr>
        <p:spPr>
          <a:xfrm>
            <a:off x="5585441" y="18624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20F81C-B34C-385F-769E-7744785F3853}"/>
              </a:ext>
            </a:extLst>
          </p:cNvPr>
          <p:cNvSpPr/>
          <p:nvPr/>
        </p:nvSpPr>
        <p:spPr>
          <a:xfrm>
            <a:off x="5585440" y="21315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3B2B8B-3E1D-2CB1-0669-6903A0C06BF2}"/>
              </a:ext>
            </a:extLst>
          </p:cNvPr>
          <p:cNvSpPr/>
          <p:nvPr/>
        </p:nvSpPr>
        <p:spPr>
          <a:xfrm>
            <a:off x="5585440" y="24006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CF9696-3621-819D-DA81-03ECC7C12C37}"/>
              </a:ext>
            </a:extLst>
          </p:cNvPr>
          <p:cNvSpPr/>
          <p:nvPr/>
        </p:nvSpPr>
        <p:spPr>
          <a:xfrm>
            <a:off x="5585435" y="321005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ADFBDA-58CD-54D8-35D8-2CB37A53FAF1}"/>
              </a:ext>
            </a:extLst>
          </p:cNvPr>
          <p:cNvSpPr/>
          <p:nvPr/>
        </p:nvSpPr>
        <p:spPr>
          <a:xfrm>
            <a:off x="5585435" y="347917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ED64AE-BC1D-F5F0-6A56-91E67AFA567B}"/>
              </a:ext>
            </a:extLst>
          </p:cNvPr>
          <p:cNvSpPr/>
          <p:nvPr/>
        </p:nvSpPr>
        <p:spPr>
          <a:xfrm>
            <a:off x="5585434" y="374829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3D6326-ED88-D86B-B94A-17A3F33B94AC}"/>
              </a:ext>
            </a:extLst>
          </p:cNvPr>
          <p:cNvSpPr/>
          <p:nvPr/>
        </p:nvSpPr>
        <p:spPr>
          <a:xfrm>
            <a:off x="5585433" y="401741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7CE712-1776-8525-E8A7-850AA069E1AE}"/>
              </a:ext>
            </a:extLst>
          </p:cNvPr>
          <p:cNvSpPr/>
          <p:nvPr/>
        </p:nvSpPr>
        <p:spPr>
          <a:xfrm>
            <a:off x="5585433" y="428653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C1CC4F-8612-7541-8A1C-98E4E45CA701}"/>
              </a:ext>
            </a:extLst>
          </p:cNvPr>
          <p:cNvSpPr/>
          <p:nvPr/>
        </p:nvSpPr>
        <p:spPr>
          <a:xfrm>
            <a:off x="5585432" y="455565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A9F88E-9CD0-FD02-5FB3-AF20407C7A83}"/>
              </a:ext>
            </a:extLst>
          </p:cNvPr>
          <p:cNvSpPr/>
          <p:nvPr/>
        </p:nvSpPr>
        <p:spPr>
          <a:xfrm>
            <a:off x="5585432" y="2671655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D504363-9014-7FA1-D4EA-3E6FF6DF8B2E}"/>
              </a:ext>
            </a:extLst>
          </p:cNvPr>
          <p:cNvSpPr/>
          <p:nvPr/>
        </p:nvSpPr>
        <p:spPr>
          <a:xfrm>
            <a:off x="5690893" y="276189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77F45F2-4340-4A08-C08A-3A779ADFDF0B}"/>
              </a:ext>
            </a:extLst>
          </p:cNvPr>
          <p:cNvSpPr/>
          <p:nvPr/>
        </p:nvSpPr>
        <p:spPr>
          <a:xfrm>
            <a:off x="5690893" y="287997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327AB8C-10D5-6C4C-F47D-8D6475371A9C}"/>
              </a:ext>
            </a:extLst>
          </p:cNvPr>
          <p:cNvSpPr/>
          <p:nvPr/>
        </p:nvSpPr>
        <p:spPr>
          <a:xfrm>
            <a:off x="5690893" y="301453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201144-26D9-05B2-0770-874B698F8927}"/>
              </a:ext>
            </a:extLst>
          </p:cNvPr>
          <p:cNvSpPr txBox="1"/>
          <p:nvPr/>
        </p:nvSpPr>
        <p:spPr>
          <a:xfrm>
            <a:off x="5616584" y="26369"/>
            <a:ext cx="77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2F6805-4496-A3E0-03B0-3562B21F5457}"/>
              </a:ext>
            </a:extLst>
          </p:cNvPr>
          <p:cNvSpPr txBox="1"/>
          <p:nvPr/>
        </p:nvSpPr>
        <p:spPr>
          <a:xfrm>
            <a:off x="7620409" y="5510954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100 x 4</a:t>
            </a:r>
          </a:p>
          <a:p>
            <a:pPr algn="ctr"/>
            <a:r>
              <a:rPr lang="en-US" dirty="0"/>
              <a:t>Stride=5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AEC0388-83F4-40C0-3B5C-8158D480B2C5}"/>
              </a:ext>
            </a:extLst>
          </p:cNvPr>
          <p:cNvSpPr/>
          <p:nvPr/>
        </p:nvSpPr>
        <p:spPr>
          <a:xfrm>
            <a:off x="5737842" y="14765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4821F67-1AA1-4D65-5980-C4435C2CC544}"/>
              </a:ext>
            </a:extLst>
          </p:cNvPr>
          <p:cNvSpPr/>
          <p:nvPr/>
        </p:nvSpPr>
        <p:spPr>
          <a:xfrm>
            <a:off x="5737842" y="17457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19989FA-A8F7-9E10-4F2F-BC9CBE2F208B}"/>
              </a:ext>
            </a:extLst>
          </p:cNvPr>
          <p:cNvSpPr/>
          <p:nvPr/>
        </p:nvSpPr>
        <p:spPr>
          <a:xfrm>
            <a:off x="5737841" y="20148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F18FC41-F00D-11B7-E1D2-622FD379D0BD}"/>
              </a:ext>
            </a:extLst>
          </p:cNvPr>
          <p:cNvSpPr/>
          <p:nvPr/>
        </p:nvSpPr>
        <p:spPr>
          <a:xfrm>
            <a:off x="5737840" y="22839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3E2A274-490A-2D48-C7BD-197EA4371FF4}"/>
              </a:ext>
            </a:extLst>
          </p:cNvPr>
          <p:cNvSpPr/>
          <p:nvPr/>
        </p:nvSpPr>
        <p:spPr>
          <a:xfrm>
            <a:off x="5737840" y="25530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EBC0BE7-4344-DB69-980A-E3A5D96587FB}"/>
              </a:ext>
            </a:extLst>
          </p:cNvPr>
          <p:cNvSpPr/>
          <p:nvPr/>
        </p:nvSpPr>
        <p:spPr>
          <a:xfrm>
            <a:off x="5737835" y="336245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EC5D470-3836-15C1-2284-2FDE7C46FACA}"/>
              </a:ext>
            </a:extLst>
          </p:cNvPr>
          <p:cNvSpPr/>
          <p:nvPr/>
        </p:nvSpPr>
        <p:spPr>
          <a:xfrm>
            <a:off x="5737835" y="363157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CACB7EE-3D96-41CF-14ED-75C39D258CF0}"/>
              </a:ext>
            </a:extLst>
          </p:cNvPr>
          <p:cNvSpPr/>
          <p:nvPr/>
        </p:nvSpPr>
        <p:spPr>
          <a:xfrm>
            <a:off x="5737834" y="390069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BD6FA0F-4C0B-28F4-03B9-E857F69DC58D}"/>
              </a:ext>
            </a:extLst>
          </p:cNvPr>
          <p:cNvSpPr/>
          <p:nvPr/>
        </p:nvSpPr>
        <p:spPr>
          <a:xfrm>
            <a:off x="5737833" y="416981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25D4BB4-9A15-6621-3866-346B32A6CF45}"/>
              </a:ext>
            </a:extLst>
          </p:cNvPr>
          <p:cNvSpPr/>
          <p:nvPr/>
        </p:nvSpPr>
        <p:spPr>
          <a:xfrm>
            <a:off x="5737833" y="443893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E177963-C149-3503-9905-A0067EE42782}"/>
              </a:ext>
            </a:extLst>
          </p:cNvPr>
          <p:cNvSpPr/>
          <p:nvPr/>
        </p:nvSpPr>
        <p:spPr>
          <a:xfrm>
            <a:off x="5737832" y="470805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B6025B8-125B-8807-1561-58BD40690B1A}"/>
              </a:ext>
            </a:extLst>
          </p:cNvPr>
          <p:cNvSpPr/>
          <p:nvPr/>
        </p:nvSpPr>
        <p:spPr>
          <a:xfrm>
            <a:off x="5737832" y="2822871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9C2DDF0-DAEF-E77E-AA44-46E659237205}"/>
              </a:ext>
            </a:extLst>
          </p:cNvPr>
          <p:cNvSpPr/>
          <p:nvPr/>
        </p:nvSpPr>
        <p:spPr>
          <a:xfrm>
            <a:off x="5843293" y="291429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C424AB9-70E3-4D87-A9B6-39CE130989BC}"/>
              </a:ext>
            </a:extLst>
          </p:cNvPr>
          <p:cNvSpPr/>
          <p:nvPr/>
        </p:nvSpPr>
        <p:spPr>
          <a:xfrm>
            <a:off x="5843293" y="303237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6C34D02-E3CB-4E21-07C7-FBC8818A8C22}"/>
              </a:ext>
            </a:extLst>
          </p:cNvPr>
          <p:cNvSpPr/>
          <p:nvPr/>
        </p:nvSpPr>
        <p:spPr>
          <a:xfrm>
            <a:off x="5843293" y="316693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9C78E95-8216-1697-11CC-419783D11998}"/>
              </a:ext>
            </a:extLst>
          </p:cNvPr>
          <p:cNvSpPr/>
          <p:nvPr/>
        </p:nvSpPr>
        <p:spPr>
          <a:xfrm>
            <a:off x="6122852" y="97045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A3235D9-8A8A-1CE8-CDEF-562E230AD5B2}"/>
              </a:ext>
            </a:extLst>
          </p:cNvPr>
          <p:cNvSpPr/>
          <p:nvPr/>
        </p:nvSpPr>
        <p:spPr>
          <a:xfrm>
            <a:off x="6122852" y="123957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6D2EE92-384B-B6AC-6AC4-269177595F29}"/>
              </a:ext>
            </a:extLst>
          </p:cNvPr>
          <p:cNvSpPr/>
          <p:nvPr/>
        </p:nvSpPr>
        <p:spPr>
          <a:xfrm>
            <a:off x="6122851" y="150869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2A5857D-CC14-CBEE-F710-3465FF362001}"/>
              </a:ext>
            </a:extLst>
          </p:cNvPr>
          <p:cNvSpPr/>
          <p:nvPr/>
        </p:nvSpPr>
        <p:spPr>
          <a:xfrm>
            <a:off x="6122850" y="177781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A7693EC-04C1-3122-70AF-99753895E5DA}"/>
              </a:ext>
            </a:extLst>
          </p:cNvPr>
          <p:cNvSpPr/>
          <p:nvPr/>
        </p:nvSpPr>
        <p:spPr>
          <a:xfrm>
            <a:off x="6122853" y="366348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46F4228-A81D-B9AE-3D41-1F5204D366B9}"/>
              </a:ext>
            </a:extLst>
          </p:cNvPr>
          <p:cNvSpPr/>
          <p:nvPr/>
        </p:nvSpPr>
        <p:spPr>
          <a:xfrm>
            <a:off x="6122853" y="393260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EA99BB62-0110-E3DE-791E-A2C6A9021BE1}"/>
              </a:ext>
            </a:extLst>
          </p:cNvPr>
          <p:cNvSpPr/>
          <p:nvPr/>
        </p:nvSpPr>
        <p:spPr>
          <a:xfrm>
            <a:off x="6122852" y="420172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2A002A1-F2AC-9110-443A-45222DB8EE71}"/>
              </a:ext>
            </a:extLst>
          </p:cNvPr>
          <p:cNvSpPr/>
          <p:nvPr/>
        </p:nvSpPr>
        <p:spPr>
          <a:xfrm>
            <a:off x="6122851" y="447084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52862F6-8D25-CD22-1E16-88BC7E350056}"/>
              </a:ext>
            </a:extLst>
          </p:cNvPr>
          <p:cNvSpPr/>
          <p:nvPr/>
        </p:nvSpPr>
        <p:spPr>
          <a:xfrm>
            <a:off x="6122851" y="473996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3D264A3-64F8-D31C-67CB-9DE776D5946E}"/>
              </a:ext>
            </a:extLst>
          </p:cNvPr>
          <p:cNvSpPr/>
          <p:nvPr/>
        </p:nvSpPr>
        <p:spPr>
          <a:xfrm>
            <a:off x="6122850" y="500908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96E2190-7CB2-C415-1B1B-8F33B2222716}"/>
              </a:ext>
            </a:extLst>
          </p:cNvPr>
          <p:cNvSpPr/>
          <p:nvPr/>
        </p:nvSpPr>
        <p:spPr>
          <a:xfrm>
            <a:off x="6122850" y="3125244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5767292E-58D4-E178-EFC9-D13CC9A62063}"/>
              </a:ext>
            </a:extLst>
          </p:cNvPr>
          <p:cNvSpPr/>
          <p:nvPr/>
        </p:nvSpPr>
        <p:spPr>
          <a:xfrm>
            <a:off x="6228311" y="321531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40582637-2234-A257-0B8B-C1EA74FCABA1}"/>
              </a:ext>
            </a:extLst>
          </p:cNvPr>
          <p:cNvSpPr/>
          <p:nvPr/>
        </p:nvSpPr>
        <p:spPr>
          <a:xfrm>
            <a:off x="6228311" y="333340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62F99013-F553-A6C4-174F-88C955C26EEE}"/>
              </a:ext>
            </a:extLst>
          </p:cNvPr>
          <p:cNvSpPr/>
          <p:nvPr/>
        </p:nvSpPr>
        <p:spPr>
          <a:xfrm>
            <a:off x="6228311" y="346796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7BA1A5FF-C0EB-AC39-7954-F65FC0DD7D22}"/>
              </a:ext>
            </a:extLst>
          </p:cNvPr>
          <p:cNvSpPr/>
          <p:nvPr/>
        </p:nvSpPr>
        <p:spPr>
          <a:xfrm>
            <a:off x="5228528" y="485776"/>
            <a:ext cx="1496121" cy="53483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0340768-BC46-BFE7-9CA2-59721ADB51B5}"/>
              </a:ext>
            </a:extLst>
          </p:cNvPr>
          <p:cNvSpPr/>
          <p:nvPr/>
        </p:nvSpPr>
        <p:spPr>
          <a:xfrm>
            <a:off x="7730730" y="140157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39A4047-5CD5-7A25-049D-3D27975BA57C}"/>
              </a:ext>
            </a:extLst>
          </p:cNvPr>
          <p:cNvSpPr/>
          <p:nvPr/>
        </p:nvSpPr>
        <p:spPr>
          <a:xfrm>
            <a:off x="7730730" y="167069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55A5249-4117-9B83-560A-4FF980FDA29A}"/>
              </a:ext>
            </a:extLst>
          </p:cNvPr>
          <p:cNvSpPr/>
          <p:nvPr/>
        </p:nvSpPr>
        <p:spPr>
          <a:xfrm>
            <a:off x="7730729" y="193981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23DEDFA-3752-3F3C-96A9-3FAA8A26D4FC}"/>
              </a:ext>
            </a:extLst>
          </p:cNvPr>
          <p:cNvSpPr/>
          <p:nvPr/>
        </p:nvSpPr>
        <p:spPr>
          <a:xfrm>
            <a:off x="7730728" y="220893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DBE1E9A-1AF9-678C-BCD5-B92DE096D437}"/>
              </a:ext>
            </a:extLst>
          </p:cNvPr>
          <p:cNvSpPr/>
          <p:nvPr/>
        </p:nvSpPr>
        <p:spPr>
          <a:xfrm>
            <a:off x="7730728" y="247805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525A5EC-D7A9-597A-FEF4-B40420CAD97B}"/>
              </a:ext>
            </a:extLst>
          </p:cNvPr>
          <p:cNvSpPr/>
          <p:nvPr/>
        </p:nvSpPr>
        <p:spPr>
          <a:xfrm>
            <a:off x="7730731" y="328185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ACB11B5-12C8-2198-C26E-674C839B736C}"/>
              </a:ext>
            </a:extLst>
          </p:cNvPr>
          <p:cNvSpPr/>
          <p:nvPr/>
        </p:nvSpPr>
        <p:spPr>
          <a:xfrm>
            <a:off x="7730731" y="355097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D0B15D0-BB76-CB11-006E-DE3B6C0BEA35}"/>
              </a:ext>
            </a:extLst>
          </p:cNvPr>
          <p:cNvSpPr/>
          <p:nvPr/>
        </p:nvSpPr>
        <p:spPr>
          <a:xfrm>
            <a:off x="7730730" y="382009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BDB8F339-2A16-41D9-8A88-FB79DC632144}"/>
              </a:ext>
            </a:extLst>
          </p:cNvPr>
          <p:cNvSpPr/>
          <p:nvPr/>
        </p:nvSpPr>
        <p:spPr>
          <a:xfrm>
            <a:off x="7730729" y="408921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6107E7D-5223-8297-00E3-2900165B6ACC}"/>
              </a:ext>
            </a:extLst>
          </p:cNvPr>
          <p:cNvSpPr/>
          <p:nvPr/>
        </p:nvSpPr>
        <p:spPr>
          <a:xfrm>
            <a:off x="7730729" y="435833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E573151-7BED-FF79-0949-E936B55F9674}"/>
              </a:ext>
            </a:extLst>
          </p:cNvPr>
          <p:cNvSpPr/>
          <p:nvPr/>
        </p:nvSpPr>
        <p:spPr>
          <a:xfrm>
            <a:off x="7730728" y="462745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71FF456C-266E-B27B-2259-8229E2B03D20}"/>
              </a:ext>
            </a:extLst>
          </p:cNvPr>
          <p:cNvSpPr/>
          <p:nvPr/>
        </p:nvSpPr>
        <p:spPr>
          <a:xfrm>
            <a:off x="7730728" y="2743617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570C6A51-35D7-E29B-E6CE-81E361E7542E}"/>
              </a:ext>
            </a:extLst>
          </p:cNvPr>
          <p:cNvSpPr/>
          <p:nvPr/>
        </p:nvSpPr>
        <p:spPr>
          <a:xfrm>
            <a:off x="7836189" y="283369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F346B87D-578A-50AF-3A8A-4B9D7583C0D8}"/>
              </a:ext>
            </a:extLst>
          </p:cNvPr>
          <p:cNvSpPr/>
          <p:nvPr/>
        </p:nvSpPr>
        <p:spPr>
          <a:xfrm>
            <a:off x="7836189" y="295177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60D108DE-2F2E-41E1-E8CF-AD0C1770420F}"/>
              </a:ext>
            </a:extLst>
          </p:cNvPr>
          <p:cNvSpPr/>
          <p:nvPr/>
        </p:nvSpPr>
        <p:spPr>
          <a:xfrm>
            <a:off x="7836189" y="308633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24DE677-6EEE-FEA8-FFF4-5FFADC3629F5}"/>
              </a:ext>
            </a:extLst>
          </p:cNvPr>
          <p:cNvSpPr txBox="1"/>
          <p:nvPr/>
        </p:nvSpPr>
        <p:spPr>
          <a:xfrm>
            <a:off x="5505139" y="5947880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500 x 4</a:t>
            </a:r>
          </a:p>
          <a:p>
            <a:pPr algn="ctr"/>
            <a:r>
              <a:rPr lang="en-US" dirty="0"/>
              <a:t>K=5, P=2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F73E241-2D3C-9302-F981-430ED4285E83}"/>
              </a:ext>
            </a:extLst>
          </p:cNvPr>
          <p:cNvSpPr/>
          <p:nvPr/>
        </p:nvSpPr>
        <p:spPr>
          <a:xfrm>
            <a:off x="7883130" y="155397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BD78849-900A-773F-4652-002CC5FC44E1}"/>
              </a:ext>
            </a:extLst>
          </p:cNvPr>
          <p:cNvSpPr/>
          <p:nvPr/>
        </p:nvSpPr>
        <p:spPr>
          <a:xfrm>
            <a:off x="7883130" y="182309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A90F339-4BBB-277F-E822-435689538E7A}"/>
              </a:ext>
            </a:extLst>
          </p:cNvPr>
          <p:cNvSpPr/>
          <p:nvPr/>
        </p:nvSpPr>
        <p:spPr>
          <a:xfrm>
            <a:off x="7883129" y="209221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D015D375-FEC1-95F1-1709-2945E46995F9}"/>
              </a:ext>
            </a:extLst>
          </p:cNvPr>
          <p:cNvSpPr/>
          <p:nvPr/>
        </p:nvSpPr>
        <p:spPr>
          <a:xfrm>
            <a:off x="7883128" y="236133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24D8F74-1FCF-CE5D-89C7-A21667F2166C}"/>
              </a:ext>
            </a:extLst>
          </p:cNvPr>
          <p:cNvSpPr/>
          <p:nvPr/>
        </p:nvSpPr>
        <p:spPr>
          <a:xfrm>
            <a:off x="7883128" y="263045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88361B0-53EC-B0B5-A2AB-BE32CCC1FE25}"/>
              </a:ext>
            </a:extLst>
          </p:cNvPr>
          <p:cNvSpPr/>
          <p:nvPr/>
        </p:nvSpPr>
        <p:spPr>
          <a:xfrm>
            <a:off x="7883131" y="343425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D7AEA1E-A502-42F5-0814-BD1E2FE5C0D1}"/>
              </a:ext>
            </a:extLst>
          </p:cNvPr>
          <p:cNvSpPr/>
          <p:nvPr/>
        </p:nvSpPr>
        <p:spPr>
          <a:xfrm>
            <a:off x="7883131" y="370337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8CBC74B-3CC6-8297-1E7C-336C81918B9E}"/>
              </a:ext>
            </a:extLst>
          </p:cNvPr>
          <p:cNvSpPr/>
          <p:nvPr/>
        </p:nvSpPr>
        <p:spPr>
          <a:xfrm>
            <a:off x="7883130" y="397249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FB0A1D4-4651-EB7C-AC52-03529379973C}"/>
              </a:ext>
            </a:extLst>
          </p:cNvPr>
          <p:cNvSpPr/>
          <p:nvPr/>
        </p:nvSpPr>
        <p:spPr>
          <a:xfrm>
            <a:off x="7883129" y="424161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C474AC0-1DF0-1CB6-6A4A-BC20755EAF57}"/>
              </a:ext>
            </a:extLst>
          </p:cNvPr>
          <p:cNvSpPr/>
          <p:nvPr/>
        </p:nvSpPr>
        <p:spPr>
          <a:xfrm>
            <a:off x="7883129" y="451073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F7D8253-65C6-4BBA-0316-F826613C5C5E}"/>
              </a:ext>
            </a:extLst>
          </p:cNvPr>
          <p:cNvSpPr/>
          <p:nvPr/>
        </p:nvSpPr>
        <p:spPr>
          <a:xfrm>
            <a:off x="7883128" y="477985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2E4AEC9-0313-7669-6BA2-BC87C78991C1}"/>
              </a:ext>
            </a:extLst>
          </p:cNvPr>
          <p:cNvSpPr/>
          <p:nvPr/>
        </p:nvSpPr>
        <p:spPr>
          <a:xfrm>
            <a:off x="7883128" y="2896017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0DE59965-05DA-50E7-5C66-2DA7D7AEB220}"/>
              </a:ext>
            </a:extLst>
          </p:cNvPr>
          <p:cNvSpPr/>
          <p:nvPr/>
        </p:nvSpPr>
        <p:spPr>
          <a:xfrm>
            <a:off x="7988589" y="298609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636D7720-950E-FD93-29E1-D1CDC74D00F7}"/>
              </a:ext>
            </a:extLst>
          </p:cNvPr>
          <p:cNvSpPr/>
          <p:nvPr/>
        </p:nvSpPr>
        <p:spPr>
          <a:xfrm>
            <a:off x="7988589" y="310417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81251BDD-5C76-F3C7-4013-A4A27DC672C4}"/>
              </a:ext>
            </a:extLst>
          </p:cNvPr>
          <p:cNvSpPr/>
          <p:nvPr/>
        </p:nvSpPr>
        <p:spPr>
          <a:xfrm>
            <a:off x="7988589" y="323873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3B65ECE-8966-6E6C-FCC4-C3A1FCF4A2F1}"/>
              </a:ext>
            </a:extLst>
          </p:cNvPr>
          <p:cNvSpPr/>
          <p:nvPr/>
        </p:nvSpPr>
        <p:spPr>
          <a:xfrm>
            <a:off x="8286173" y="16518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30D2F77-E876-EAE1-16D8-2E01A68C50FE}"/>
              </a:ext>
            </a:extLst>
          </p:cNvPr>
          <p:cNvSpPr/>
          <p:nvPr/>
        </p:nvSpPr>
        <p:spPr>
          <a:xfrm>
            <a:off x="8286173" y="192097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3376603-A495-212B-58F6-DC0035D74174}"/>
              </a:ext>
            </a:extLst>
          </p:cNvPr>
          <p:cNvSpPr/>
          <p:nvPr/>
        </p:nvSpPr>
        <p:spPr>
          <a:xfrm>
            <a:off x="8286172" y="219009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3AAF61F-30CA-4D2A-9C2C-D6013C8967C4}"/>
              </a:ext>
            </a:extLst>
          </p:cNvPr>
          <p:cNvSpPr/>
          <p:nvPr/>
        </p:nvSpPr>
        <p:spPr>
          <a:xfrm>
            <a:off x="8286171" y="24592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ECF8A1E-F8B9-E072-BAE6-2E8A63D2E527}"/>
              </a:ext>
            </a:extLst>
          </p:cNvPr>
          <p:cNvSpPr/>
          <p:nvPr/>
        </p:nvSpPr>
        <p:spPr>
          <a:xfrm>
            <a:off x="8286171" y="27283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A86D20F-15D7-5FBF-D9E3-B3AB0C1F6141}"/>
              </a:ext>
            </a:extLst>
          </p:cNvPr>
          <p:cNvSpPr/>
          <p:nvPr/>
        </p:nvSpPr>
        <p:spPr>
          <a:xfrm>
            <a:off x="8286174" y="35321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D93287FE-7C8E-6DD7-BC45-5CF4A3776EC5}"/>
              </a:ext>
            </a:extLst>
          </p:cNvPr>
          <p:cNvSpPr/>
          <p:nvPr/>
        </p:nvSpPr>
        <p:spPr>
          <a:xfrm>
            <a:off x="8286174" y="380125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F1A51A6E-89E6-F908-018D-343E8F4F1600}"/>
              </a:ext>
            </a:extLst>
          </p:cNvPr>
          <p:cNvSpPr/>
          <p:nvPr/>
        </p:nvSpPr>
        <p:spPr>
          <a:xfrm>
            <a:off x="8286173" y="40703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4E2F8FF-CB24-912A-910B-223A0E85211A}"/>
              </a:ext>
            </a:extLst>
          </p:cNvPr>
          <p:cNvSpPr/>
          <p:nvPr/>
        </p:nvSpPr>
        <p:spPr>
          <a:xfrm>
            <a:off x="8286172" y="433949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224F854-57AA-BC6F-4053-66B1C7899FBB}"/>
              </a:ext>
            </a:extLst>
          </p:cNvPr>
          <p:cNvSpPr/>
          <p:nvPr/>
        </p:nvSpPr>
        <p:spPr>
          <a:xfrm>
            <a:off x="8286172" y="46086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9AAF98FF-60E4-5209-FBF7-3AB6431B5CB2}"/>
              </a:ext>
            </a:extLst>
          </p:cNvPr>
          <p:cNvSpPr/>
          <p:nvPr/>
        </p:nvSpPr>
        <p:spPr>
          <a:xfrm>
            <a:off x="8286171" y="487773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CD3F5DFE-4342-07D4-477A-2951399870C0}"/>
              </a:ext>
            </a:extLst>
          </p:cNvPr>
          <p:cNvSpPr/>
          <p:nvPr/>
        </p:nvSpPr>
        <p:spPr>
          <a:xfrm>
            <a:off x="8391632" y="308396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EB65514A-B60A-4A75-DA14-904E966829A8}"/>
              </a:ext>
            </a:extLst>
          </p:cNvPr>
          <p:cNvSpPr/>
          <p:nvPr/>
        </p:nvSpPr>
        <p:spPr>
          <a:xfrm>
            <a:off x="8391632" y="320205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5A5ED825-3111-116C-0F98-05682416289A}"/>
              </a:ext>
            </a:extLst>
          </p:cNvPr>
          <p:cNvSpPr/>
          <p:nvPr/>
        </p:nvSpPr>
        <p:spPr>
          <a:xfrm>
            <a:off x="8391632" y="333661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B557B16D-AF7F-8E2E-1F98-A8096005D2CA}"/>
              </a:ext>
            </a:extLst>
          </p:cNvPr>
          <p:cNvSpPr/>
          <p:nvPr/>
        </p:nvSpPr>
        <p:spPr>
          <a:xfrm>
            <a:off x="7439090" y="901541"/>
            <a:ext cx="1371535" cy="44705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FD4E484-6D56-7F13-669B-524B4B16E250}"/>
              </a:ext>
            </a:extLst>
          </p:cNvPr>
          <p:cNvSpPr/>
          <p:nvPr/>
        </p:nvSpPr>
        <p:spPr>
          <a:xfrm>
            <a:off x="6122850" y="204693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B5284E59-6A0F-3F35-951B-279A73F54CA7}"/>
              </a:ext>
            </a:extLst>
          </p:cNvPr>
          <p:cNvSpPr/>
          <p:nvPr/>
        </p:nvSpPr>
        <p:spPr>
          <a:xfrm>
            <a:off x="6038766" y="311501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4E68D454-5E07-2F1F-9EB3-518A263EEDA6}"/>
              </a:ext>
            </a:extLst>
          </p:cNvPr>
          <p:cNvSpPr/>
          <p:nvPr/>
        </p:nvSpPr>
        <p:spPr>
          <a:xfrm>
            <a:off x="6038766" y="323309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44DC45C3-C350-BB79-1486-1486DE52A857}"/>
              </a:ext>
            </a:extLst>
          </p:cNvPr>
          <p:cNvSpPr/>
          <p:nvPr/>
        </p:nvSpPr>
        <p:spPr>
          <a:xfrm>
            <a:off x="6038766" y="336765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2F3E7F-E9DC-20E1-F98D-EDA3FB6B2505}"/>
              </a:ext>
            </a:extLst>
          </p:cNvPr>
          <p:cNvSpPr/>
          <p:nvPr/>
        </p:nvSpPr>
        <p:spPr>
          <a:xfrm>
            <a:off x="5585436" y="107082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DDFB9F1-E53E-FEF5-ADA7-55021C2729BF}"/>
              </a:ext>
            </a:extLst>
          </p:cNvPr>
          <p:cNvSpPr/>
          <p:nvPr/>
        </p:nvSpPr>
        <p:spPr>
          <a:xfrm>
            <a:off x="5585436" y="8037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79160BE2-5E36-C96C-08DE-1A1481731E0C}"/>
              </a:ext>
            </a:extLst>
          </p:cNvPr>
          <p:cNvSpPr/>
          <p:nvPr/>
        </p:nvSpPr>
        <p:spPr>
          <a:xfrm>
            <a:off x="5737836" y="12175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AE87DC9-9A70-B4EE-99EE-195C06A133DA}"/>
              </a:ext>
            </a:extLst>
          </p:cNvPr>
          <p:cNvSpPr/>
          <p:nvPr/>
        </p:nvSpPr>
        <p:spPr>
          <a:xfrm>
            <a:off x="5737836" y="9554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998A03-A030-A771-740C-A58F1EBBAF3F}"/>
              </a:ext>
            </a:extLst>
          </p:cNvPr>
          <p:cNvSpPr/>
          <p:nvPr/>
        </p:nvSpPr>
        <p:spPr>
          <a:xfrm>
            <a:off x="5585432" y="509012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E256F6-9144-E274-AFD9-98CAA1734DEF}"/>
              </a:ext>
            </a:extLst>
          </p:cNvPr>
          <p:cNvSpPr/>
          <p:nvPr/>
        </p:nvSpPr>
        <p:spPr>
          <a:xfrm>
            <a:off x="5737832" y="497340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28E7BB6-7F9A-F952-788F-47D1FD56D219}"/>
              </a:ext>
            </a:extLst>
          </p:cNvPr>
          <p:cNvSpPr/>
          <p:nvPr/>
        </p:nvSpPr>
        <p:spPr>
          <a:xfrm>
            <a:off x="5737832" y="524115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E163CF-71A2-0793-01CA-B1E999E98E10}"/>
              </a:ext>
            </a:extLst>
          </p:cNvPr>
          <p:cNvSpPr/>
          <p:nvPr/>
        </p:nvSpPr>
        <p:spPr>
          <a:xfrm>
            <a:off x="6122850" y="527820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25593D3-3B3D-3BF0-A81F-5BDB47032418}"/>
              </a:ext>
            </a:extLst>
          </p:cNvPr>
          <p:cNvSpPr/>
          <p:nvPr/>
        </p:nvSpPr>
        <p:spPr>
          <a:xfrm>
            <a:off x="6122852" y="285408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603151-94CB-F5A2-8195-79E07FC461F5}"/>
              </a:ext>
            </a:extLst>
          </p:cNvPr>
          <p:cNvSpPr txBox="1"/>
          <p:nvPr/>
        </p:nvSpPr>
        <p:spPr>
          <a:xfrm>
            <a:off x="5988581" y="47625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CFF85C-A93C-4FB5-35F5-5D7473C9B73B}"/>
              </a:ext>
            </a:extLst>
          </p:cNvPr>
          <p:cNvSpPr txBox="1"/>
          <p:nvPr/>
        </p:nvSpPr>
        <p:spPr>
          <a:xfrm>
            <a:off x="3976353" y="60112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352387A-653C-0D87-B94F-FB3A347A9CC2}"/>
              </a:ext>
            </a:extLst>
          </p:cNvPr>
          <p:cNvSpPr/>
          <p:nvPr/>
        </p:nvSpPr>
        <p:spPr>
          <a:xfrm>
            <a:off x="4027576" y="22629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74A9F55-863B-A26D-9CBE-CD87715D0D86}"/>
              </a:ext>
            </a:extLst>
          </p:cNvPr>
          <p:cNvSpPr/>
          <p:nvPr/>
        </p:nvSpPr>
        <p:spPr>
          <a:xfrm>
            <a:off x="4027578" y="25320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F41367-85E8-80E4-14F3-2518496CA33F}"/>
              </a:ext>
            </a:extLst>
          </p:cNvPr>
          <p:cNvSpPr/>
          <p:nvPr/>
        </p:nvSpPr>
        <p:spPr>
          <a:xfrm>
            <a:off x="4027578" y="91752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3D20C6-9956-BD8B-57F0-C2CBD653127C}"/>
              </a:ext>
            </a:extLst>
          </p:cNvPr>
          <p:cNvSpPr/>
          <p:nvPr/>
        </p:nvSpPr>
        <p:spPr>
          <a:xfrm>
            <a:off x="4027578" y="118664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5F1A81-889B-8072-BFCF-6450563EB488}"/>
              </a:ext>
            </a:extLst>
          </p:cNvPr>
          <p:cNvSpPr/>
          <p:nvPr/>
        </p:nvSpPr>
        <p:spPr>
          <a:xfrm>
            <a:off x="4027577" y="145576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1EA6B2C-7866-F01E-7C2D-3C8DC9F18B6C}"/>
              </a:ext>
            </a:extLst>
          </p:cNvPr>
          <p:cNvSpPr/>
          <p:nvPr/>
        </p:nvSpPr>
        <p:spPr>
          <a:xfrm>
            <a:off x="4027576" y="172488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D7E7893-2E29-5727-A6F6-F7959B071DB0}"/>
              </a:ext>
            </a:extLst>
          </p:cNvPr>
          <p:cNvSpPr/>
          <p:nvPr/>
        </p:nvSpPr>
        <p:spPr>
          <a:xfrm>
            <a:off x="4027583" y="30702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7A1AFC-C724-F7D0-0BD7-4D1E54E39721}"/>
              </a:ext>
            </a:extLst>
          </p:cNvPr>
          <p:cNvSpPr/>
          <p:nvPr/>
        </p:nvSpPr>
        <p:spPr>
          <a:xfrm>
            <a:off x="4027583" y="38776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5CD0AA7-D8DE-18FE-40F5-4B83CF313163}"/>
              </a:ext>
            </a:extLst>
          </p:cNvPr>
          <p:cNvSpPr/>
          <p:nvPr/>
        </p:nvSpPr>
        <p:spPr>
          <a:xfrm>
            <a:off x="4027583" y="41467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BA52490-301E-B3B1-99F7-7E66AACC1820}"/>
              </a:ext>
            </a:extLst>
          </p:cNvPr>
          <p:cNvSpPr/>
          <p:nvPr/>
        </p:nvSpPr>
        <p:spPr>
          <a:xfrm>
            <a:off x="4027582" y="44158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375750B-B907-44EC-4D2D-896EB5E5090E}"/>
              </a:ext>
            </a:extLst>
          </p:cNvPr>
          <p:cNvSpPr/>
          <p:nvPr/>
        </p:nvSpPr>
        <p:spPr>
          <a:xfrm>
            <a:off x="4027581" y="46849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AD96546-3DEE-54A2-FABB-68243B1BDFDE}"/>
              </a:ext>
            </a:extLst>
          </p:cNvPr>
          <p:cNvSpPr/>
          <p:nvPr/>
        </p:nvSpPr>
        <p:spPr>
          <a:xfrm>
            <a:off x="4027581" y="49541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838908B-9ABC-8B13-F688-9CEF1C7B13FA}"/>
              </a:ext>
            </a:extLst>
          </p:cNvPr>
          <p:cNvSpPr/>
          <p:nvPr/>
        </p:nvSpPr>
        <p:spPr>
          <a:xfrm>
            <a:off x="4027580" y="52232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92DB9C3-83FB-735B-1DFB-4B786545042E}"/>
              </a:ext>
            </a:extLst>
          </p:cNvPr>
          <p:cNvSpPr/>
          <p:nvPr/>
        </p:nvSpPr>
        <p:spPr>
          <a:xfrm>
            <a:off x="4027580" y="3339399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3947B73-7D39-564F-E28B-079DA07EA261}"/>
              </a:ext>
            </a:extLst>
          </p:cNvPr>
          <p:cNvSpPr/>
          <p:nvPr/>
        </p:nvSpPr>
        <p:spPr>
          <a:xfrm>
            <a:off x="4133041" y="342947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26C369F-6CD8-993C-7FB8-D9A8C8EF4C95}"/>
              </a:ext>
            </a:extLst>
          </p:cNvPr>
          <p:cNvSpPr/>
          <p:nvPr/>
        </p:nvSpPr>
        <p:spPr>
          <a:xfrm>
            <a:off x="4133041" y="354755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AAB4527-69EC-DA1F-1575-56C602EF1771}"/>
              </a:ext>
            </a:extLst>
          </p:cNvPr>
          <p:cNvSpPr/>
          <p:nvPr/>
        </p:nvSpPr>
        <p:spPr>
          <a:xfrm>
            <a:off x="4133041" y="368211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B1F6439-2AB5-47C4-3443-8A3AEF44D8A3}"/>
              </a:ext>
            </a:extLst>
          </p:cNvPr>
          <p:cNvSpPr/>
          <p:nvPr/>
        </p:nvSpPr>
        <p:spPr>
          <a:xfrm>
            <a:off x="4027576" y="199400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85E96AA-574C-1ECA-AE03-D6A633928EDB}"/>
              </a:ext>
            </a:extLst>
          </p:cNvPr>
          <p:cNvSpPr/>
          <p:nvPr/>
        </p:nvSpPr>
        <p:spPr>
          <a:xfrm>
            <a:off x="4027580" y="54923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D87B1D4-C7EC-B71F-CB6C-6FDC2B680B47}"/>
              </a:ext>
            </a:extLst>
          </p:cNvPr>
          <p:cNvSpPr/>
          <p:nvPr/>
        </p:nvSpPr>
        <p:spPr>
          <a:xfrm>
            <a:off x="4027580" y="57614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D5A0767-7943-2DEC-2DF9-7F76EEADBB93}"/>
              </a:ext>
            </a:extLst>
          </p:cNvPr>
          <p:cNvSpPr/>
          <p:nvPr/>
        </p:nvSpPr>
        <p:spPr>
          <a:xfrm>
            <a:off x="4027578" y="28011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345F4B2-C7CD-A361-BB17-43CBF677EBA4}"/>
              </a:ext>
            </a:extLst>
          </p:cNvPr>
          <p:cNvCxnSpPr>
            <a:cxnSpLocks/>
          </p:cNvCxnSpPr>
          <p:nvPr/>
        </p:nvCxnSpPr>
        <p:spPr>
          <a:xfrm>
            <a:off x="5896637" y="760704"/>
            <a:ext cx="493016" cy="12512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Graphic 102" descr="Line arrow Straight">
            <a:extLst>
              <a:ext uri="{FF2B5EF4-FFF2-40B4-BE49-F238E27FC236}">
                <a16:creationId xmlns:a16="http://schemas.microsoft.com/office/drawing/2014/main" id="{88F81E47-6BD0-EAFD-014B-20E47628A3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812608" y="1304522"/>
            <a:ext cx="269120" cy="269120"/>
          </a:xfrm>
          <a:prstGeom prst="rect">
            <a:avLst/>
          </a:prstGeom>
        </p:spPr>
      </p:pic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4BEE29DD-B6EA-2ABF-B15D-949AF0E9A21D}"/>
              </a:ext>
            </a:extLst>
          </p:cNvPr>
          <p:cNvSpPr/>
          <p:nvPr/>
        </p:nvSpPr>
        <p:spPr>
          <a:xfrm>
            <a:off x="3812494" y="509494"/>
            <a:ext cx="696024" cy="57435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61DDC6B8-3906-A7DD-5A2E-C2D6FDD07305}"/>
              </a:ext>
            </a:extLst>
          </p:cNvPr>
          <p:cNvSpPr/>
          <p:nvPr/>
        </p:nvSpPr>
        <p:spPr>
          <a:xfrm>
            <a:off x="8286173" y="138622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91538C2-EC11-FDE3-2E81-34706B2B114E}"/>
              </a:ext>
            </a:extLst>
          </p:cNvPr>
          <p:cNvSpPr/>
          <p:nvPr/>
        </p:nvSpPr>
        <p:spPr>
          <a:xfrm>
            <a:off x="7730726" y="1132458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1C0BE11E-BC9D-8305-F37A-26AF6731A615}"/>
              </a:ext>
            </a:extLst>
          </p:cNvPr>
          <p:cNvSpPr/>
          <p:nvPr/>
        </p:nvSpPr>
        <p:spPr>
          <a:xfrm>
            <a:off x="7884130" y="12940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2046372F-9390-B4CA-9734-33E5A64E9BF2}"/>
              </a:ext>
            </a:extLst>
          </p:cNvPr>
          <p:cNvSpPr/>
          <p:nvPr/>
        </p:nvSpPr>
        <p:spPr>
          <a:xfrm>
            <a:off x="8186844" y="3048320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5CDA36E-A961-7E2B-A33E-2E10A6BBAA10}"/>
              </a:ext>
            </a:extLst>
          </p:cNvPr>
          <p:cNvSpPr/>
          <p:nvPr/>
        </p:nvSpPr>
        <p:spPr>
          <a:xfrm>
            <a:off x="8186844" y="316640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2B8D6002-A0A3-4514-63D5-ACC12A204B76}"/>
              </a:ext>
            </a:extLst>
          </p:cNvPr>
          <p:cNvSpPr/>
          <p:nvPr/>
        </p:nvSpPr>
        <p:spPr>
          <a:xfrm>
            <a:off x="8186844" y="330096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74B47AF-5935-99A0-6A30-BDA79A42B1F5}"/>
              </a:ext>
            </a:extLst>
          </p:cNvPr>
          <p:cNvSpPr txBox="1"/>
          <p:nvPr/>
        </p:nvSpPr>
        <p:spPr>
          <a:xfrm>
            <a:off x="8221201" y="877565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x4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87C529F2-94B4-F7EB-6E5E-4839D97CC6F3}"/>
              </a:ext>
            </a:extLst>
          </p:cNvPr>
          <p:cNvCxnSpPr>
            <a:cxnSpLocks/>
          </p:cNvCxnSpPr>
          <p:nvPr/>
        </p:nvCxnSpPr>
        <p:spPr>
          <a:xfrm>
            <a:off x="8086725" y="1132458"/>
            <a:ext cx="466245" cy="1917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A1BD73D-B8A8-639A-599B-AB6D74851346}"/>
              </a:ext>
            </a:extLst>
          </p:cNvPr>
          <p:cNvSpPr txBox="1"/>
          <p:nvPr/>
        </p:nvSpPr>
        <p:spPr>
          <a:xfrm>
            <a:off x="7572718" y="367229"/>
            <a:ext cx="11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MaxPool2</a:t>
            </a: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BC531CBD-A3D4-841D-B6FE-326E80808663}"/>
              </a:ext>
            </a:extLst>
          </p:cNvPr>
          <p:cNvCxnSpPr>
            <a:cxnSpLocks/>
          </p:cNvCxnSpPr>
          <p:nvPr/>
        </p:nvCxnSpPr>
        <p:spPr>
          <a:xfrm>
            <a:off x="6389653" y="970455"/>
            <a:ext cx="1341073" cy="162003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DA3A070-53AC-8445-A033-30B7740D3A59}"/>
              </a:ext>
            </a:extLst>
          </p:cNvPr>
          <p:cNvCxnSpPr>
            <a:cxnSpLocks/>
          </p:cNvCxnSpPr>
          <p:nvPr/>
        </p:nvCxnSpPr>
        <p:spPr>
          <a:xfrm flipV="1">
            <a:off x="6389653" y="1401578"/>
            <a:ext cx="1341073" cy="91427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3" name="Graphic 252" descr="Line arrow Straight">
            <a:extLst>
              <a:ext uri="{FF2B5EF4-FFF2-40B4-BE49-F238E27FC236}">
                <a16:creationId xmlns:a16="http://schemas.microsoft.com/office/drawing/2014/main" id="{A73B8AEB-2FC2-0211-4915-D2BE54242B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2834836" y="3197418"/>
            <a:ext cx="383600" cy="3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6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F10BB-4A1D-C2AD-3DCA-E08EE872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81">
            <a:extLst>
              <a:ext uri="{FF2B5EF4-FFF2-40B4-BE49-F238E27FC236}">
                <a16:creationId xmlns:a16="http://schemas.microsoft.com/office/drawing/2014/main" id="{05C2F123-D8FA-2A30-7251-A6DA7B627A13}"/>
              </a:ext>
            </a:extLst>
          </p:cNvPr>
          <p:cNvSpPr/>
          <p:nvPr/>
        </p:nvSpPr>
        <p:spPr>
          <a:xfrm>
            <a:off x="8286170" y="2723722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F746B9-472B-625A-699D-27B4E6C7FF76}"/>
              </a:ext>
            </a:extLst>
          </p:cNvPr>
          <p:cNvSpPr/>
          <p:nvPr/>
        </p:nvSpPr>
        <p:spPr>
          <a:xfrm>
            <a:off x="6122850" y="231584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EB38CBB-28E7-98BD-440A-88BAFD102DEE}"/>
              </a:ext>
            </a:extLst>
          </p:cNvPr>
          <p:cNvSpPr/>
          <p:nvPr/>
        </p:nvSpPr>
        <p:spPr>
          <a:xfrm>
            <a:off x="6122852" y="258496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4DA493-1CB8-093A-F3CA-D709A3FA97A9}"/>
              </a:ext>
            </a:extLst>
          </p:cNvPr>
          <p:cNvSpPr/>
          <p:nvPr/>
        </p:nvSpPr>
        <p:spPr>
          <a:xfrm>
            <a:off x="5585440" y="45431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830766-3067-CAB7-2C71-2B0A236CFCA2}"/>
              </a:ext>
            </a:extLst>
          </p:cNvPr>
          <p:cNvSpPr/>
          <p:nvPr/>
        </p:nvSpPr>
        <p:spPr>
          <a:xfrm>
            <a:off x="759255" y="14390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6A570-6B67-7FB9-CC61-030E8BC117D0}"/>
              </a:ext>
            </a:extLst>
          </p:cNvPr>
          <p:cNvSpPr/>
          <p:nvPr/>
        </p:nvSpPr>
        <p:spPr>
          <a:xfrm>
            <a:off x="759255" y="17082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8F2E1B-4848-969A-7132-1E2023B2F19C}"/>
              </a:ext>
            </a:extLst>
          </p:cNvPr>
          <p:cNvSpPr/>
          <p:nvPr/>
        </p:nvSpPr>
        <p:spPr>
          <a:xfrm>
            <a:off x="759254" y="19773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EB959A-5BCB-F514-B175-48125EB09FA1}"/>
              </a:ext>
            </a:extLst>
          </p:cNvPr>
          <p:cNvSpPr/>
          <p:nvPr/>
        </p:nvSpPr>
        <p:spPr>
          <a:xfrm>
            <a:off x="759253" y="22464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2BFEC6-3C41-2678-897C-810FEA209194}"/>
              </a:ext>
            </a:extLst>
          </p:cNvPr>
          <p:cNvSpPr/>
          <p:nvPr/>
        </p:nvSpPr>
        <p:spPr>
          <a:xfrm>
            <a:off x="759253" y="25155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F5348-D579-CB14-1533-76DDFEDE278F}"/>
              </a:ext>
            </a:extLst>
          </p:cNvPr>
          <p:cNvSpPr/>
          <p:nvPr/>
        </p:nvSpPr>
        <p:spPr>
          <a:xfrm>
            <a:off x="759252" y="27846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8B2AE8-2885-8E8E-9DCD-37AC97015CC6}"/>
              </a:ext>
            </a:extLst>
          </p:cNvPr>
          <p:cNvSpPr/>
          <p:nvPr/>
        </p:nvSpPr>
        <p:spPr>
          <a:xfrm>
            <a:off x="759252" y="35920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09FF24-051B-F012-BB29-DF5851B36B0A}"/>
              </a:ext>
            </a:extLst>
          </p:cNvPr>
          <p:cNvSpPr/>
          <p:nvPr/>
        </p:nvSpPr>
        <p:spPr>
          <a:xfrm>
            <a:off x="759252" y="38611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31441-FD54-CD30-7A03-A7CF0CE0EDB4}"/>
              </a:ext>
            </a:extLst>
          </p:cNvPr>
          <p:cNvSpPr/>
          <p:nvPr/>
        </p:nvSpPr>
        <p:spPr>
          <a:xfrm>
            <a:off x="759251" y="41302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A44E84-B295-9394-1FF2-CE2CCE38C5DB}"/>
              </a:ext>
            </a:extLst>
          </p:cNvPr>
          <p:cNvSpPr/>
          <p:nvPr/>
        </p:nvSpPr>
        <p:spPr>
          <a:xfrm>
            <a:off x="759250" y="43994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509EA-7997-2C26-79C4-468C3A5F2A92}"/>
              </a:ext>
            </a:extLst>
          </p:cNvPr>
          <p:cNvSpPr/>
          <p:nvPr/>
        </p:nvSpPr>
        <p:spPr>
          <a:xfrm>
            <a:off x="759250" y="46685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29BB0C-194A-D60E-002B-FA652C0021D9}"/>
              </a:ext>
            </a:extLst>
          </p:cNvPr>
          <p:cNvSpPr/>
          <p:nvPr/>
        </p:nvSpPr>
        <p:spPr>
          <a:xfrm>
            <a:off x="759249" y="49376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C34CD0-AED2-A49F-1801-40958DFCA3F2}"/>
              </a:ext>
            </a:extLst>
          </p:cNvPr>
          <p:cNvSpPr/>
          <p:nvPr/>
        </p:nvSpPr>
        <p:spPr>
          <a:xfrm>
            <a:off x="759249" y="3053802"/>
            <a:ext cx="266803" cy="538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940D047-0945-6E03-813F-8C210EC8355E}"/>
              </a:ext>
            </a:extLst>
          </p:cNvPr>
          <p:cNvSpPr/>
          <p:nvPr/>
        </p:nvSpPr>
        <p:spPr>
          <a:xfrm>
            <a:off x="864710" y="314387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625E08-9D16-2CF6-CB7E-FA4313A842D2}"/>
              </a:ext>
            </a:extLst>
          </p:cNvPr>
          <p:cNvSpPr/>
          <p:nvPr/>
        </p:nvSpPr>
        <p:spPr>
          <a:xfrm>
            <a:off x="864710" y="326196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34F4677-0A4E-4ED8-9AF3-B88A0AE233DB}"/>
              </a:ext>
            </a:extLst>
          </p:cNvPr>
          <p:cNvSpPr/>
          <p:nvPr/>
        </p:nvSpPr>
        <p:spPr>
          <a:xfrm>
            <a:off x="864710" y="339652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943AF3-BFB8-1012-23E9-376D99AE03DA}"/>
              </a:ext>
            </a:extLst>
          </p:cNvPr>
          <p:cNvSpPr txBox="1"/>
          <p:nvPr/>
        </p:nvSpPr>
        <p:spPr>
          <a:xfrm>
            <a:off x="3818063" y="116443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5E916-8043-1F49-B2AF-B4E1E75753A9}"/>
              </a:ext>
            </a:extLst>
          </p:cNvPr>
          <p:cNvSpPr txBox="1"/>
          <p:nvPr/>
        </p:nvSpPr>
        <p:spPr>
          <a:xfrm>
            <a:off x="3678601" y="6480450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2500 x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A98228-24CD-8EC3-193E-B027A07DE22C}"/>
              </a:ext>
            </a:extLst>
          </p:cNvPr>
          <p:cNvSpPr/>
          <p:nvPr/>
        </p:nvSpPr>
        <p:spPr>
          <a:xfrm>
            <a:off x="5585442" y="13241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D2BFA9-8586-3979-D910-119B8981A62C}"/>
              </a:ext>
            </a:extLst>
          </p:cNvPr>
          <p:cNvSpPr/>
          <p:nvPr/>
        </p:nvSpPr>
        <p:spPr>
          <a:xfrm>
            <a:off x="5585442" y="15933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2831F3-70A1-DB86-C3D6-336531E480AC}"/>
              </a:ext>
            </a:extLst>
          </p:cNvPr>
          <p:cNvSpPr/>
          <p:nvPr/>
        </p:nvSpPr>
        <p:spPr>
          <a:xfrm>
            <a:off x="5585441" y="18624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6855EC-3146-DFAB-E896-67758593E8C2}"/>
              </a:ext>
            </a:extLst>
          </p:cNvPr>
          <p:cNvSpPr/>
          <p:nvPr/>
        </p:nvSpPr>
        <p:spPr>
          <a:xfrm>
            <a:off x="5585440" y="21315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DA1080-E80B-7067-A818-B4BBF328B739}"/>
              </a:ext>
            </a:extLst>
          </p:cNvPr>
          <p:cNvSpPr/>
          <p:nvPr/>
        </p:nvSpPr>
        <p:spPr>
          <a:xfrm>
            <a:off x="5585443" y="293218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941169-77E5-91C2-708F-266BD01FF05E}"/>
              </a:ext>
            </a:extLst>
          </p:cNvPr>
          <p:cNvSpPr/>
          <p:nvPr/>
        </p:nvSpPr>
        <p:spPr>
          <a:xfrm>
            <a:off x="5585443" y="320130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5F6E0F-09C4-59D0-F621-9A933D9D9426}"/>
              </a:ext>
            </a:extLst>
          </p:cNvPr>
          <p:cNvSpPr/>
          <p:nvPr/>
        </p:nvSpPr>
        <p:spPr>
          <a:xfrm>
            <a:off x="5585442" y="347042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4330E4-821A-8246-5423-805281C1E9F6}"/>
              </a:ext>
            </a:extLst>
          </p:cNvPr>
          <p:cNvSpPr/>
          <p:nvPr/>
        </p:nvSpPr>
        <p:spPr>
          <a:xfrm>
            <a:off x="5585441" y="373954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A7D486-9F05-D906-0B35-EBF89190590E}"/>
              </a:ext>
            </a:extLst>
          </p:cNvPr>
          <p:cNvSpPr/>
          <p:nvPr/>
        </p:nvSpPr>
        <p:spPr>
          <a:xfrm>
            <a:off x="5585441" y="400866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70CCE8-61D8-CF88-12C5-E78604C29938}"/>
              </a:ext>
            </a:extLst>
          </p:cNvPr>
          <p:cNvSpPr/>
          <p:nvPr/>
        </p:nvSpPr>
        <p:spPr>
          <a:xfrm>
            <a:off x="5585440" y="427778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B17162-2E33-2025-AC6D-5B51ADA7BD07}"/>
              </a:ext>
            </a:extLst>
          </p:cNvPr>
          <p:cNvSpPr/>
          <p:nvPr/>
        </p:nvSpPr>
        <p:spPr>
          <a:xfrm>
            <a:off x="5585440" y="2393780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3000A90-9F9F-8C28-C1E3-3C2E6B7E4D7F}"/>
              </a:ext>
            </a:extLst>
          </p:cNvPr>
          <p:cNvSpPr/>
          <p:nvPr/>
        </p:nvSpPr>
        <p:spPr>
          <a:xfrm>
            <a:off x="5690901" y="248401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88A4203-DC87-2EE6-BBF5-950DCED20085}"/>
              </a:ext>
            </a:extLst>
          </p:cNvPr>
          <p:cNvSpPr/>
          <p:nvPr/>
        </p:nvSpPr>
        <p:spPr>
          <a:xfrm>
            <a:off x="5690901" y="260210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600E78D-2787-DC67-5CD2-AEBBF7F3D51C}"/>
              </a:ext>
            </a:extLst>
          </p:cNvPr>
          <p:cNvSpPr/>
          <p:nvPr/>
        </p:nvSpPr>
        <p:spPr>
          <a:xfrm>
            <a:off x="5690901" y="273666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5307B2-DB9D-72E7-BEAB-B1C3DE27AEB2}"/>
              </a:ext>
            </a:extLst>
          </p:cNvPr>
          <p:cNvSpPr txBox="1"/>
          <p:nvPr/>
        </p:nvSpPr>
        <p:spPr>
          <a:xfrm>
            <a:off x="5616584" y="26369"/>
            <a:ext cx="776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07B19A-0489-6BE8-5725-72B4FB1A7453}"/>
              </a:ext>
            </a:extLst>
          </p:cNvPr>
          <p:cNvSpPr txBox="1"/>
          <p:nvPr/>
        </p:nvSpPr>
        <p:spPr>
          <a:xfrm>
            <a:off x="7582836" y="4865769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20 x 8</a:t>
            </a:r>
          </a:p>
          <a:p>
            <a:pPr algn="ctr"/>
            <a:r>
              <a:rPr lang="en-US" dirty="0"/>
              <a:t>Stride=5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5D958A8-D233-95DA-E636-DA882223FF3C}"/>
              </a:ext>
            </a:extLst>
          </p:cNvPr>
          <p:cNvSpPr/>
          <p:nvPr/>
        </p:nvSpPr>
        <p:spPr>
          <a:xfrm>
            <a:off x="5737842" y="14765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C8E5749-A165-21C0-B6FD-3E2324590B55}"/>
              </a:ext>
            </a:extLst>
          </p:cNvPr>
          <p:cNvSpPr/>
          <p:nvPr/>
        </p:nvSpPr>
        <p:spPr>
          <a:xfrm>
            <a:off x="5737842" y="17457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4E91827-DA5C-DBCA-3113-4D6DD90ADAEB}"/>
              </a:ext>
            </a:extLst>
          </p:cNvPr>
          <p:cNvSpPr/>
          <p:nvPr/>
        </p:nvSpPr>
        <p:spPr>
          <a:xfrm>
            <a:off x="5737841" y="20148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E157C99-C7B4-5E12-F6B2-35AA7887FACD}"/>
              </a:ext>
            </a:extLst>
          </p:cNvPr>
          <p:cNvSpPr/>
          <p:nvPr/>
        </p:nvSpPr>
        <p:spPr>
          <a:xfrm>
            <a:off x="5737840" y="22839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D2A8749-7F7E-2BAB-48AD-207C5C2D4944}"/>
              </a:ext>
            </a:extLst>
          </p:cNvPr>
          <p:cNvSpPr/>
          <p:nvPr/>
        </p:nvSpPr>
        <p:spPr>
          <a:xfrm>
            <a:off x="5737843" y="308458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0E22121-CB52-7A86-A445-6A056FF82C0D}"/>
              </a:ext>
            </a:extLst>
          </p:cNvPr>
          <p:cNvSpPr/>
          <p:nvPr/>
        </p:nvSpPr>
        <p:spPr>
          <a:xfrm>
            <a:off x="5737843" y="335370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660CD49-CBB8-0EB1-98A0-892503B271D2}"/>
              </a:ext>
            </a:extLst>
          </p:cNvPr>
          <p:cNvSpPr/>
          <p:nvPr/>
        </p:nvSpPr>
        <p:spPr>
          <a:xfrm>
            <a:off x="5737842" y="362282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0C3457A-818D-2661-B6BA-FDF469F30CE1}"/>
              </a:ext>
            </a:extLst>
          </p:cNvPr>
          <p:cNvSpPr/>
          <p:nvPr/>
        </p:nvSpPr>
        <p:spPr>
          <a:xfrm>
            <a:off x="5737841" y="389194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4738873-A324-BD8B-9EAC-CBF2B2F01828}"/>
              </a:ext>
            </a:extLst>
          </p:cNvPr>
          <p:cNvSpPr/>
          <p:nvPr/>
        </p:nvSpPr>
        <p:spPr>
          <a:xfrm>
            <a:off x="5737841" y="416106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DA88725-E753-B6E4-956E-2BFB4C752AFD}"/>
              </a:ext>
            </a:extLst>
          </p:cNvPr>
          <p:cNvSpPr/>
          <p:nvPr/>
        </p:nvSpPr>
        <p:spPr>
          <a:xfrm>
            <a:off x="5737840" y="443018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3520988-F8B0-215C-FEE2-B795B401503C}"/>
              </a:ext>
            </a:extLst>
          </p:cNvPr>
          <p:cNvSpPr/>
          <p:nvPr/>
        </p:nvSpPr>
        <p:spPr>
          <a:xfrm>
            <a:off x="5737840" y="2544996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DC6FE96-7D99-EED2-9BE2-3648559BE94E}"/>
              </a:ext>
            </a:extLst>
          </p:cNvPr>
          <p:cNvSpPr/>
          <p:nvPr/>
        </p:nvSpPr>
        <p:spPr>
          <a:xfrm>
            <a:off x="5843301" y="263641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EFFB0EA-7393-6471-31AD-B580339F1CE3}"/>
              </a:ext>
            </a:extLst>
          </p:cNvPr>
          <p:cNvSpPr/>
          <p:nvPr/>
        </p:nvSpPr>
        <p:spPr>
          <a:xfrm>
            <a:off x="5843301" y="275450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1C903422-333C-554B-ACA8-5913FDE7EFA3}"/>
              </a:ext>
            </a:extLst>
          </p:cNvPr>
          <p:cNvSpPr/>
          <p:nvPr/>
        </p:nvSpPr>
        <p:spPr>
          <a:xfrm>
            <a:off x="5843301" y="288906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60F32ED-32F1-235C-32D4-BD3AFD66D015}"/>
              </a:ext>
            </a:extLst>
          </p:cNvPr>
          <p:cNvSpPr/>
          <p:nvPr/>
        </p:nvSpPr>
        <p:spPr>
          <a:xfrm>
            <a:off x="6122852" y="97045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C1CF5AA-FFEC-8E97-B038-510F11F899FA}"/>
              </a:ext>
            </a:extLst>
          </p:cNvPr>
          <p:cNvSpPr/>
          <p:nvPr/>
        </p:nvSpPr>
        <p:spPr>
          <a:xfrm>
            <a:off x="6122852" y="123957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8BB0EC9-2BA4-4298-23C9-A852A61C50EA}"/>
              </a:ext>
            </a:extLst>
          </p:cNvPr>
          <p:cNvSpPr/>
          <p:nvPr/>
        </p:nvSpPr>
        <p:spPr>
          <a:xfrm>
            <a:off x="6122851" y="150869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5064FD4-792A-41DF-E02D-2A13B0FA3053}"/>
              </a:ext>
            </a:extLst>
          </p:cNvPr>
          <p:cNvSpPr/>
          <p:nvPr/>
        </p:nvSpPr>
        <p:spPr>
          <a:xfrm>
            <a:off x="6122850" y="177781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D699221-F2BD-E744-FB64-F9F9CA45E601}"/>
              </a:ext>
            </a:extLst>
          </p:cNvPr>
          <p:cNvSpPr/>
          <p:nvPr/>
        </p:nvSpPr>
        <p:spPr>
          <a:xfrm>
            <a:off x="6122861" y="33856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3262D21-57C4-ABB7-6CBA-37D52816BDC0}"/>
              </a:ext>
            </a:extLst>
          </p:cNvPr>
          <p:cNvSpPr/>
          <p:nvPr/>
        </p:nvSpPr>
        <p:spPr>
          <a:xfrm>
            <a:off x="6122861" y="36547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37D8B4D-EAAF-67AF-E447-F4502BE9E022}"/>
              </a:ext>
            </a:extLst>
          </p:cNvPr>
          <p:cNvSpPr/>
          <p:nvPr/>
        </p:nvSpPr>
        <p:spPr>
          <a:xfrm>
            <a:off x="6122860" y="39238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1A8C964-07FB-6DEB-B9D1-12EB564FCAFD}"/>
              </a:ext>
            </a:extLst>
          </p:cNvPr>
          <p:cNvSpPr/>
          <p:nvPr/>
        </p:nvSpPr>
        <p:spPr>
          <a:xfrm>
            <a:off x="6122859" y="419296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79FB025-B675-283B-3471-A1371678A87F}"/>
              </a:ext>
            </a:extLst>
          </p:cNvPr>
          <p:cNvSpPr/>
          <p:nvPr/>
        </p:nvSpPr>
        <p:spPr>
          <a:xfrm>
            <a:off x="6122859" y="446208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84048FE-023C-B540-598E-B42366483CCA}"/>
              </a:ext>
            </a:extLst>
          </p:cNvPr>
          <p:cNvSpPr/>
          <p:nvPr/>
        </p:nvSpPr>
        <p:spPr>
          <a:xfrm>
            <a:off x="6122858" y="47312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794186-E483-E7EC-BFB9-197FB50804BD}"/>
              </a:ext>
            </a:extLst>
          </p:cNvPr>
          <p:cNvSpPr/>
          <p:nvPr/>
        </p:nvSpPr>
        <p:spPr>
          <a:xfrm>
            <a:off x="6122858" y="2847369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96ECD416-3E69-8BC7-AB16-C1D992B6B5A7}"/>
              </a:ext>
            </a:extLst>
          </p:cNvPr>
          <p:cNvSpPr/>
          <p:nvPr/>
        </p:nvSpPr>
        <p:spPr>
          <a:xfrm>
            <a:off x="6228319" y="293744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18215B1C-3A17-EE3B-66A7-25EF7DAED0E2}"/>
              </a:ext>
            </a:extLst>
          </p:cNvPr>
          <p:cNvSpPr/>
          <p:nvPr/>
        </p:nvSpPr>
        <p:spPr>
          <a:xfrm>
            <a:off x="6228319" y="305552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3918DB7-BBBA-9EB2-1A57-B5FD6E7322DB}"/>
              </a:ext>
            </a:extLst>
          </p:cNvPr>
          <p:cNvSpPr/>
          <p:nvPr/>
        </p:nvSpPr>
        <p:spPr>
          <a:xfrm>
            <a:off x="6228319" y="319008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2825D1E5-A3D0-21A2-CA03-3DA126B96659}"/>
              </a:ext>
            </a:extLst>
          </p:cNvPr>
          <p:cNvSpPr/>
          <p:nvPr/>
        </p:nvSpPr>
        <p:spPr>
          <a:xfrm>
            <a:off x="5228528" y="485776"/>
            <a:ext cx="1496121" cy="472098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DC0B7BB-A8A2-28AB-810F-7D7811C4DBA0}"/>
              </a:ext>
            </a:extLst>
          </p:cNvPr>
          <p:cNvSpPr/>
          <p:nvPr/>
        </p:nvSpPr>
        <p:spPr>
          <a:xfrm>
            <a:off x="7730730" y="140157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E50B236-A9A4-B708-B544-D43686647B92}"/>
              </a:ext>
            </a:extLst>
          </p:cNvPr>
          <p:cNvSpPr/>
          <p:nvPr/>
        </p:nvSpPr>
        <p:spPr>
          <a:xfrm>
            <a:off x="7730730" y="167069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8F4FA23-322C-F5ED-751F-9C29E966D17F}"/>
              </a:ext>
            </a:extLst>
          </p:cNvPr>
          <p:cNvSpPr/>
          <p:nvPr/>
        </p:nvSpPr>
        <p:spPr>
          <a:xfrm>
            <a:off x="7730729" y="193981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8F97B1F-846D-1E30-7216-D19FE269369B}"/>
              </a:ext>
            </a:extLst>
          </p:cNvPr>
          <p:cNvSpPr/>
          <p:nvPr/>
        </p:nvSpPr>
        <p:spPr>
          <a:xfrm>
            <a:off x="7730728" y="220893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AD4C765-9F2B-CFC5-CA00-2A79F46FA32B}"/>
              </a:ext>
            </a:extLst>
          </p:cNvPr>
          <p:cNvSpPr/>
          <p:nvPr/>
        </p:nvSpPr>
        <p:spPr>
          <a:xfrm>
            <a:off x="7730730" y="301168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235ADA5-29F2-71BD-9C60-B4EC1423743D}"/>
              </a:ext>
            </a:extLst>
          </p:cNvPr>
          <p:cNvSpPr/>
          <p:nvPr/>
        </p:nvSpPr>
        <p:spPr>
          <a:xfrm>
            <a:off x="7730730" y="328080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046D994-5CE3-AB34-3071-727DA8D5C8A0}"/>
              </a:ext>
            </a:extLst>
          </p:cNvPr>
          <p:cNvSpPr/>
          <p:nvPr/>
        </p:nvSpPr>
        <p:spPr>
          <a:xfrm>
            <a:off x="7730729" y="354992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87EA4B3-5DF4-FC09-F665-74221BFFE345}"/>
              </a:ext>
            </a:extLst>
          </p:cNvPr>
          <p:cNvSpPr/>
          <p:nvPr/>
        </p:nvSpPr>
        <p:spPr>
          <a:xfrm>
            <a:off x="7730728" y="381904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86366B2-EE86-92CF-0E9F-C51AE4B37205}"/>
              </a:ext>
            </a:extLst>
          </p:cNvPr>
          <p:cNvSpPr/>
          <p:nvPr/>
        </p:nvSpPr>
        <p:spPr>
          <a:xfrm>
            <a:off x="7730728" y="408816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5ADF78B-3F12-8853-B445-3B5443D0A053}"/>
              </a:ext>
            </a:extLst>
          </p:cNvPr>
          <p:cNvSpPr/>
          <p:nvPr/>
        </p:nvSpPr>
        <p:spPr>
          <a:xfrm>
            <a:off x="7730727" y="2473445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4BBA704-7467-D931-17F4-A49A171EF464}"/>
              </a:ext>
            </a:extLst>
          </p:cNvPr>
          <p:cNvSpPr/>
          <p:nvPr/>
        </p:nvSpPr>
        <p:spPr>
          <a:xfrm>
            <a:off x="7836188" y="256351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D05CE2FB-FB00-43F5-60EA-75BF6C2CBF0B}"/>
              </a:ext>
            </a:extLst>
          </p:cNvPr>
          <p:cNvSpPr/>
          <p:nvPr/>
        </p:nvSpPr>
        <p:spPr>
          <a:xfrm>
            <a:off x="7836188" y="268160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76928895-C741-4B90-568E-6CE05C81D1AA}"/>
              </a:ext>
            </a:extLst>
          </p:cNvPr>
          <p:cNvSpPr/>
          <p:nvPr/>
        </p:nvSpPr>
        <p:spPr>
          <a:xfrm>
            <a:off x="7836188" y="281616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999D0EC-A13B-0487-EBCF-7DA94D039221}"/>
              </a:ext>
            </a:extLst>
          </p:cNvPr>
          <p:cNvSpPr txBox="1"/>
          <p:nvPr/>
        </p:nvSpPr>
        <p:spPr>
          <a:xfrm>
            <a:off x="5505143" y="5323482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100 x 8</a:t>
            </a:r>
          </a:p>
          <a:p>
            <a:pPr algn="ctr"/>
            <a:r>
              <a:rPr lang="en-US" dirty="0"/>
              <a:t>K=5, P=2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5C3E295-5AC1-BDB4-2D69-5BD92B5847E3}"/>
              </a:ext>
            </a:extLst>
          </p:cNvPr>
          <p:cNvSpPr/>
          <p:nvPr/>
        </p:nvSpPr>
        <p:spPr>
          <a:xfrm>
            <a:off x="7883130" y="155397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9FE8AF6-C1E3-FC56-F718-10D80A6E19A9}"/>
              </a:ext>
            </a:extLst>
          </p:cNvPr>
          <p:cNvSpPr/>
          <p:nvPr/>
        </p:nvSpPr>
        <p:spPr>
          <a:xfrm>
            <a:off x="7883130" y="182309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FC7D161-42DE-17F6-E8A0-C9A24BD6B1E0}"/>
              </a:ext>
            </a:extLst>
          </p:cNvPr>
          <p:cNvSpPr/>
          <p:nvPr/>
        </p:nvSpPr>
        <p:spPr>
          <a:xfrm>
            <a:off x="7883129" y="209221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5F4D0D1-2BE0-B766-5D8B-73F3F82E9EE9}"/>
              </a:ext>
            </a:extLst>
          </p:cNvPr>
          <p:cNvSpPr/>
          <p:nvPr/>
        </p:nvSpPr>
        <p:spPr>
          <a:xfrm>
            <a:off x="7883128" y="236133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DCE585E-B808-D2D5-B038-AFC7B8AA14CF}"/>
              </a:ext>
            </a:extLst>
          </p:cNvPr>
          <p:cNvSpPr/>
          <p:nvPr/>
        </p:nvSpPr>
        <p:spPr>
          <a:xfrm>
            <a:off x="7883130" y="316408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4B1FFFA-9529-F16B-C943-25DB135D5C5E}"/>
              </a:ext>
            </a:extLst>
          </p:cNvPr>
          <p:cNvSpPr/>
          <p:nvPr/>
        </p:nvSpPr>
        <p:spPr>
          <a:xfrm>
            <a:off x="7883130" y="343320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EFBF4A6-6380-8764-CCDA-E09D041DF6B7}"/>
              </a:ext>
            </a:extLst>
          </p:cNvPr>
          <p:cNvSpPr/>
          <p:nvPr/>
        </p:nvSpPr>
        <p:spPr>
          <a:xfrm>
            <a:off x="7883129" y="370232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E5D9979-0009-B129-634D-9BE2883CA621}"/>
              </a:ext>
            </a:extLst>
          </p:cNvPr>
          <p:cNvSpPr/>
          <p:nvPr/>
        </p:nvSpPr>
        <p:spPr>
          <a:xfrm>
            <a:off x="7883128" y="397144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BF6A6F2-1245-8983-7661-F39AE3415707}"/>
              </a:ext>
            </a:extLst>
          </p:cNvPr>
          <p:cNvSpPr/>
          <p:nvPr/>
        </p:nvSpPr>
        <p:spPr>
          <a:xfrm>
            <a:off x="7883128" y="424056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C7405B5-F832-33B5-4EDB-33CE599F54B4}"/>
              </a:ext>
            </a:extLst>
          </p:cNvPr>
          <p:cNvSpPr/>
          <p:nvPr/>
        </p:nvSpPr>
        <p:spPr>
          <a:xfrm>
            <a:off x="7883127" y="2625845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A5983CC7-006E-81D8-26E4-0461E827B137}"/>
              </a:ext>
            </a:extLst>
          </p:cNvPr>
          <p:cNvSpPr/>
          <p:nvPr/>
        </p:nvSpPr>
        <p:spPr>
          <a:xfrm>
            <a:off x="7988588" y="271591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633A2A6-BEC8-A59B-275F-72FE9A0586E8}"/>
              </a:ext>
            </a:extLst>
          </p:cNvPr>
          <p:cNvSpPr/>
          <p:nvPr/>
        </p:nvSpPr>
        <p:spPr>
          <a:xfrm>
            <a:off x="7988588" y="283400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74434782-0869-3B24-DE19-9D4F0199F1D6}"/>
              </a:ext>
            </a:extLst>
          </p:cNvPr>
          <p:cNvSpPr/>
          <p:nvPr/>
        </p:nvSpPr>
        <p:spPr>
          <a:xfrm>
            <a:off x="7988588" y="296856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0447CFC-2EF5-08CB-81B3-D8702D98C366}"/>
              </a:ext>
            </a:extLst>
          </p:cNvPr>
          <p:cNvSpPr/>
          <p:nvPr/>
        </p:nvSpPr>
        <p:spPr>
          <a:xfrm>
            <a:off x="8286173" y="16518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5A3FB33-DBD7-726F-106A-178D93DB4340}"/>
              </a:ext>
            </a:extLst>
          </p:cNvPr>
          <p:cNvSpPr/>
          <p:nvPr/>
        </p:nvSpPr>
        <p:spPr>
          <a:xfrm>
            <a:off x="8286173" y="192097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65A5DE4-CB44-6E07-73AB-6EF3DE4E9E71}"/>
              </a:ext>
            </a:extLst>
          </p:cNvPr>
          <p:cNvSpPr/>
          <p:nvPr/>
        </p:nvSpPr>
        <p:spPr>
          <a:xfrm>
            <a:off x="8286172" y="219009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A708A061-7023-3E98-EF2F-C36B67752784}"/>
              </a:ext>
            </a:extLst>
          </p:cNvPr>
          <p:cNvSpPr/>
          <p:nvPr/>
        </p:nvSpPr>
        <p:spPr>
          <a:xfrm>
            <a:off x="8286171" y="24592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D1BB07E6-954B-BF9F-98ED-65D2C67A6FBD}"/>
              </a:ext>
            </a:extLst>
          </p:cNvPr>
          <p:cNvSpPr/>
          <p:nvPr/>
        </p:nvSpPr>
        <p:spPr>
          <a:xfrm>
            <a:off x="8286173" y="326196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B54D9B6-97CA-5D51-ACCD-64B1D620A225}"/>
              </a:ext>
            </a:extLst>
          </p:cNvPr>
          <p:cNvSpPr/>
          <p:nvPr/>
        </p:nvSpPr>
        <p:spPr>
          <a:xfrm>
            <a:off x="8286173" y="35310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C07FD4F-E746-AAF5-6149-1E9D4BDA11D0}"/>
              </a:ext>
            </a:extLst>
          </p:cNvPr>
          <p:cNvSpPr/>
          <p:nvPr/>
        </p:nvSpPr>
        <p:spPr>
          <a:xfrm>
            <a:off x="8286172" y="38002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7F8439B-283D-BC39-85CD-60E36ADD76D0}"/>
              </a:ext>
            </a:extLst>
          </p:cNvPr>
          <p:cNvSpPr/>
          <p:nvPr/>
        </p:nvSpPr>
        <p:spPr>
          <a:xfrm>
            <a:off x="8286171" y="406932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05E3B97-05FF-3436-EB21-A8AF81859086}"/>
              </a:ext>
            </a:extLst>
          </p:cNvPr>
          <p:cNvSpPr/>
          <p:nvPr/>
        </p:nvSpPr>
        <p:spPr>
          <a:xfrm>
            <a:off x="8286171" y="433844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3C978A1E-3A3C-93B8-45B0-8B5CCFA5F29A}"/>
              </a:ext>
            </a:extLst>
          </p:cNvPr>
          <p:cNvSpPr/>
          <p:nvPr/>
        </p:nvSpPr>
        <p:spPr>
          <a:xfrm>
            <a:off x="8391631" y="281379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4E7CB1F-F756-2C82-C8EA-D0A9F1C40C50}"/>
              </a:ext>
            </a:extLst>
          </p:cNvPr>
          <p:cNvSpPr/>
          <p:nvPr/>
        </p:nvSpPr>
        <p:spPr>
          <a:xfrm>
            <a:off x="8391631" y="293188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45A932F-DE56-C1DE-67D5-10BCA8CB6BBB}"/>
              </a:ext>
            </a:extLst>
          </p:cNvPr>
          <p:cNvSpPr/>
          <p:nvPr/>
        </p:nvSpPr>
        <p:spPr>
          <a:xfrm>
            <a:off x="8391631" y="3066442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52889E27-E88B-5AC9-6CA1-EB63674CFEAC}"/>
              </a:ext>
            </a:extLst>
          </p:cNvPr>
          <p:cNvSpPr/>
          <p:nvPr/>
        </p:nvSpPr>
        <p:spPr>
          <a:xfrm>
            <a:off x="7439090" y="901542"/>
            <a:ext cx="1371535" cy="391070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4809E34-45BA-7111-27B6-A546028E648A}"/>
              </a:ext>
            </a:extLst>
          </p:cNvPr>
          <p:cNvSpPr/>
          <p:nvPr/>
        </p:nvSpPr>
        <p:spPr>
          <a:xfrm>
            <a:off x="6122850" y="204693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4095EE22-2AA2-B716-EAFE-3B44B4B42DC2}"/>
              </a:ext>
            </a:extLst>
          </p:cNvPr>
          <p:cNvSpPr/>
          <p:nvPr/>
        </p:nvSpPr>
        <p:spPr>
          <a:xfrm>
            <a:off x="6038774" y="283713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9BB26347-86F6-96E3-90F0-F79CBC07F536}"/>
              </a:ext>
            </a:extLst>
          </p:cNvPr>
          <p:cNvSpPr/>
          <p:nvPr/>
        </p:nvSpPr>
        <p:spPr>
          <a:xfrm>
            <a:off x="6038774" y="295522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7040CBC7-B101-EAD8-4D18-7F181A472902}"/>
              </a:ext>
            </a:extLst>
          </p:cNvPr>
          <p:cNvSpPr/>
          <p:nvPr/>
        </p:nvSpPr>
        <p:spPr>
          <a:xfrm>
            <a:off x="6038774" y="308978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26090FD-D00D-DAED-107B-047E953EEDF7}"/>
              </a:ext>
            </a:extLst>
          </p:cNvPr>
          <p:cNvSpPr/>
          <p:nvPr/>
        </p:nvSpPr>
        <p:spPr>
          <a:xfrm>
            <a:off x="5585436" y="107082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0DB41FF-D862-B472-0C0D-B2FC8D7CD086}"/>
              </a:ext>
            </a:extLst>
          </p:cNvPr>
          <p:cNvSpPr/>
          <p:nvPr/>
        </p:nvSpPr>
        <p:spPr>
          <a:xfrm>
            <a:off x="5585436" y="80378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727729BC-D8C0-4643-6408-38CB0D478675}"/>
              </a:ext>
            </a:extLst>
          </p:cNvPr>
          <p:cNvSpPr/>
          <p:nvPr/>
        </p:nvSpPr>
        <p:spPr>
          <a:xfrm>
            <a:off x="5737836" y="121750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8E320A-3EB9-95A9-44AC-347CE09CAC49}"/>
              </a:ext>
            </a:extLst>
          </p:cNvPr>
          <p:cNvSpPr/>
          <p:nvPr/>
        </p:nvSpPr>
        <p:spPr>
          <a:xfrm>
            <a:off x="5737836" y="9554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1A0CCC-862A-FB72-D875-656C471CD362}"/>
              </a:ext>
            </a:extLst>
          </p:cNvPr>
          <p:cNvSpPr/>
          <p:nvPr/>
        </p:nvSpPr>
        <p:spPr>
          <a:xfrm>
            <a:off x="5737840" y="46955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62763-5002-DB6B-C922-04677A112B09}"/>
              </a:ext>
            </a:extLst>
          </p:cNvPr>
          <p:cNvSpPr txBox="1"/>
          <p:nvPr/>
        </p:nvSpPr>
        <p:spPr>
          <a:xfrm>
            <a:off x="5988581" y="476250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EF73C3-C336-18C4-2CF0-A0BD27679B46}"/>
              </a:ext>
            </a:extLst>
          </p:cNvPr>
          <p:cNvSpPr txBox="1"/>
          <p:nvPr/>
        </p:nvSpPr>
        <p:spPr>
          <a:xfrm>
            <a:off x="3976353" y="60112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064A38-1617-1572-1A60-591010E719DA}"/>
              </a:ext>
            </a:extLst>
          </p:cNvPr>
          <p:cNvSpPr/>
          <p:nvPr/>
        </p:nvSpPr>
        <p:spPr>
          <a:xfrm>
            <a:off x="4027576" y="22629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7E2B5BC-B477-8F66-96DD-84C3CAD7D78B}"/>
              </a:ext>
            </a:extLst>
          </p:cNvPr>
          <p:cNvSpPr/>
          <p:nvPr/>
        </p:nvSpPr>
        <p:spPr>
          <a:xfrm>
            <a:off x="4027578" y="25320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7425BB1-05D7-75DA-5E56-D62978AD03AA}"/>
              </a:ext>
            </a:extLst>
          </p:cNvPr>
          <p:cNvSpPr/>
          <p:nvPr/>
        </p:nvSpPr>
        <p:spPr>
          <a:xfrm>
            <a:off x="4027578" y="91752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8C59A7-FF68-5AE4-FCBA-083A173A2740}"/>
              </a:ext>
            </a:extLst>
          </p:cNvPr>
          <p:cNvSpPr/>
          <p:nvPr/>
        </p:nvSpPr>
        <p:spPr>
          <a:xfrm>
            <a:off x="4027578" y="118664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786D1CB-EBC8-B983-FABB-5DB65081555F}"/>
              </a:ext>
            </a:extLst>
          </p:cNvPr>
          <p:cNvSpPr/>
          <p:nvPr/>
        </p:nvSpPr>
        <p:spPr>
          <a:xfrm>
            <a:off x="4027577" y="145576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05E00C-A34D-AAA8-0CE4-12568ADBB073}"/>
              </a:ext>
            </a:extLst>
          </p:cNvPr>
          <p:cNvSpPr/>
          <p:nvPr/>
        </p:nvSpPr>
        <p:spPr>
          <a:xfrm>
            <a:off x="4027576" y="172488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1F8D9C-4A86-4A36-C6D7-F510B7819530}"/>
              </a:ext>
            </a:extLst>
          </p:cNvPr>
          <p:cNvSpPr/>
          <p:nvPr/>
        </p:nvSpPr>
        <p:spPr>
          <a:xfrm>
            <a:off x="4027583" y="30702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F055334-6BCF-F699-B56D-5A0E246AB9B9}"/>
              </a:ext>
            </a:extLst>
          </p:cNvPr>
          <p:cNvSpPr/>
          <p:nvPr/>
        </p:nvSpPr>
        <p:spPr>
          <a:xfrm>
            <a:off x="4027583" y="38776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6E924A2-C1D3-72A7-0BE8-0358620BD1D5}"/>
              </a:ext>
            </a:extLst>
          </p:cNvPr>
          <p:cNvSpPr/>
          <p:nvPr/>
        </p:nvSpPr>
        <p:spPr>
          <a:xfrm>
            <a:off x="4027583" y="41467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99D4174-C5CD-D002-25DE-2B6FF6123625}"/>
              </a:ext>
            </a:extLst>
          </p:cNvPr>
          <p:cNvSpPr/>
          <p:nvPr/>
        </p:nvSpPr>
        <p:spPr>
          <a:xfrm>
            <a:off x="4027582" y="44158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E7543EF-77E4-3CA0-8ED8-2C39330020B9}"/>
              </a:ext>
            </a:extLst>
          </p:cNvPr>
          <p:cNvSpPr/>
          <p:nvPr/>
        </p:nvSpPr>
        <p:spPr>
          <a:xfrm>
            <a:off x="4027581" y="46849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107067D-630F-1897-D5C2-F76F4C11BFFA}"/>
              </a:ext>
            </a:extLst>
          </p:cNvPr>
          <p:cNvSpPr/>
          <p:nvPr/>
        </p:nvSpPr>
        <p:spPr>
          <a:xfrm>
            <a:off x="4027581" y="49541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7BF0F9C-0C8B-94E9-202D-E6471A07ECE6}"/>
              </a:ext>
            </a:extLst>
          </p:cNvPr>
          <p:cNvSpPr/>
          <p:nvPr/>
        </p:nvSpPr>
        <p:spPr>
          <a:xfrm>
            <a:off x="4027580" y="52232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0968EC0-D3D3-E8E5-AEE1-450419F12FD0}"/>
              </a:ext>
            </a:extLst>
          </p:cNvPr>
          <p:cNvSpPr/>
          <p:nvPr/>
        </p:nvSpPr>
        <p:spPr>
          <a:xfrm>
            <a:off x="4027580" y="3339399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B90306F-B94E-91A3-B5F0-61BDACA25908}"/>
              </a:ext>
            </a:extLst>
          </p:cNvPr>
          <p:cNvSpPr/>
          <p:nvPr/>
        </p:nvSpPr>
        <p:spPr>
          <a:xfrm>
            <a:off x="4133041" y="342947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8B3D85B-1FE0-84E0-41DD-01935E6074D2}"/>
              </a:ext>
            </a:extLst>
          </p:cNvPr>
          <p:cNvSpPr/>
          <p:nvPr/>
        </p:nvSpPr>
        <p:spPr>
          <a:xfrm>
            <a:off x="4133041" y="354755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9C2D82D-2F79-DEBD-1BC3-F74C697C97E3}"/>
              </a:ext>
            </a:extLst>
          </p:cNvPr>
          <p:cNvSpPr/>
          <p:nvPr/>
        </p:nvSpPr>
        <p:spPr>
          <a:xfrm>
            <a:off x="4133041" y="368211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F9DACCB-E18E-3806-4BEF-7D2CFBF61F28}"/>
              </a:ext>
            </a:extLst>
          </p:cNvPr>
          <p:cNvSpPr/>
          <p:nvPr/>
        </p:nvSpPr>
        <p:spPr>
          <a:xfrm>
            <a:off x="4027576" y="199400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01A4CC-1DF6-F072-2343-4746E995E2A7}"/>
              </a:ext>
            </a:extLst>
          </p:cNvPr>
          <p:cNvSpPr/>
          <p:nvPr/>
        </p:nvSpPr>
        <p:spPr>
          <a:xfrm>
            <a:off x="4027580" y="54923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4B3F7C0-DBC7-6E1F-D656-7DB7B9BA573D}"/>
              </a:ext>
            </a:extLst>
          </p:cNvPr>
          <p:cNvSpPr/>
          <p:nvPr/>
        </p:nvSpPr>
        <p:spPr>
          <a:xfrm>
            <a:off x="4027580" y="57614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ABD669B-75C1-E18A-6493-D46A98602C0A}"/>
              </a:ext>
            </a:extLst>
          </p:cNvPr>
          <p:cNvSpPr/>
          <p:nvPr/>
        </p:nvSpPr>
        <p:spPr>
          <a:xfrm>
            <a:off x="4027578" y="28011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862D5A9-501F-F281-D2A6-D40E46BCA3B2}"/>
              </a:ext>
            </a:extLst>
          </p:cNvPr>
          <p:cNvCxnSpPr>
            <a:cxnSpLocks/>
          </p:cNvCxnSpPr>
          <p:nvPr/>
        </p:nvCxnSpPr>
        <p:spPr>
          <a:xfrm>
            <a:off x="5896637" y="760704"/>
            <a:ext cx="493016" cy="12512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Graphic 102" descr="Line arrow Straight">
            <a:extLst>
              <a:ext uri="{FF2B5EF4-FFF2-40B4-BE49-F238E27FC236}">
                <a16:creationId xmlns:a16="http://schemas.microsoft.com/office/drawing/2014/main" id="{5C5F2CF4-D4E4-8762-617D-9B273D5756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812608" y="1304522"/>
            <a:ext cx="269120" cy="269120"/>
          </a:xfrm>
          <a:prstGeom prst="rect">
            <a:avLst/>
          </a:prstGeom>
        </p:spPr>
      </p:pic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7E020705-8154-46DD-5887-1B140013E9A6}"/>
              </a:ext>
            </a:extLst>
          </p:cNvPr>
          <p:cNvSpPr/>
          <p:nvPr/>
        </p:nvSpPr>
        <p:spPr>
          <a:xfrm>
            <a:off x="3812494" y="509494"/>
            <a:ext cx="696024" cy="57435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83BA023-58CB-0825-7164-74E2320227D7}"/>
              </a:ext>
            </a:extLst>
          </p:cNvPr>
          <p:cNvSpPr/>
          <p:nvPr/>
        </p:nvSpPr>
        <p:spPr>
          <a:xfrm>
            <a:off x="8286173" y="138622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39D7BD8-5659-0DB9-470F-3DCFA4A65D06}"/>
              </a:ext>
            </a:extLst>
          </p:cNvPr>
          <p:cNvSpPr/>
          <p:nvPr/>
        </p:nvSpPr>
        <p:spPr>
          <a:xfrm>
            <a:off x="7730726" y="1132458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6C68198D-2FC6-D60A-544B-B2D5E576B6BC}"/>
              </a:ext>
            </a:extLst>
          </p:cNvPr>
          <p:cNvSpPr/>
          <p:nvPr/>
        </p:nvSpPr>
        <p:spPr>
          <a:xfrm>
            <a:off x="7884130" y="12940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4710F62B-53E3-4A3E-212B-880B068ED04F}"/>
              </a:ext>
            </a:extLst>
          </p:cNvPr>
          <p:cNvSpPr/>
          <p:nvPr/>
        </p:nvSpPr>
        <p:spPr>
          <a:xfrm>
            <a:off x="8186843" y="2778148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238BD157-91A4-5BD5-7C1D-C575A27F8D1E}"/>
              </a:ext>
            </a:extLst>
          </p:cNvPr>
          <p:cNvSpPr/>
          <p:nvPr/>
        </p:nvSpPr>
        <p:spPr>
          <a:xfrm>
            <a:off x="8186843" y="289623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F21C0218-5AE9-B528-E222-4A52DA15EF93}"/>
              </a:ext>
            </a:extLst>
          </p:cNvPr>
          <p:cNvSpPr/>
          <p:nvPr/>
        </p:nvSpPr>
        <p:spPr>
          <a:xfrm>
            <a:off x="8186843" y="303079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FDA9CDFB-0B1F-FCAD-25CC-10045D8C68C2}"/>
              </a:ext>
            </a:extLst>
          </p:cNvPr>
          <p:cNvSpPr txBox="1"/>
          <p:nvPr/>
        </p:nvSpPr>
        <p:spPr>
          <a:xfrm>
            <a:off x="8221201" y="877565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x8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1C526DBA-CF4B-176B-7152-02C7666AA3AF}"/>
              </a:ext>
            </a:extLst>
          </p:cNvPr>
          <p:cNvCxnSpPr>
            <a:cxnSpLocks/>
          </p:cNvCxnSpPr>
          <p:nvPr/>
        </p:nvCxnSpPr>
        <p:spPr>
          <a:xfrm>
            <a:off x="8086725" y="1132458"/>
            <a:ext cx="466245" cy="1917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FA6B7E92-DD14-B10C-D214-07CB6E1422BA}"/>
              </a:ext>
            </a:extLst>
          </p:cNvPr>
          <p:cNvSpPr txBox="1"/>
          <p:nvPr/>
        </p:nvSpPr>
        <p:spPr>
          <a:xfrm>
            <a:off x="7572718" y="367229"/>
            <a:ext cx="11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MaxPool3</a:t>
            </a: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AB68BEE3-C0AF-0DF8-A84A-8C1813468B11}"/>
              </a:ext>
            </a:extLst>
          </p:cNvPr>
          <p:cNvCxnSpPr>
            <a:cxnSpLocks/>
          </p:cNvCxnSpPr>
          <p:nvPr/>
        </p:nvCxnSpPr>
        <p:spPr>
          <a:xfrm>
            <a:off x="6389653" y="970455"/>
            <a:ext cx="1341073" cy="162003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8EE782AB-89CD-109C-E004-99B2FB2BCCEC}"/>
              </a:ext>
            </a:extLst>
          </p:cNvPr>
          <p:cNvCxnSpPr>
            <a:cxnSpLocks/>
          </p:cNvCxnSpPr>
          <p:nvPr/>
        </p:nvCxnSpPr>
        <p:spPr>
          <a:xfrm flipV="1">
            <a:off x="6389653" y="1401578"/>
            <a:ext cx="1341073" cy="91427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3" name="Graphic 252" descr="Line arrow Straight">
            <a:extLst>
              <a:ext uri="{FF2B5EF4-FFF2-40B4-BE49-F238E27FC236}">
                <a16:creationId xmlns:a16="http://schemas.microsoft.com/office/drawing/2014/main" id="{22FC3557-8980-49F4-185C-F3DA43F9C4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2834836" y="3197418"/>
            <a:ext cx="383600" cy="3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0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EA9F-D6D0-1A01-2476-5B3BB9EC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F668DB3-571E-3263-2BF9-4A8F476AA282}"/>
              </a:ext>
            </a:extLst>
          </p:cNvPr>
          <p:cNvSpPr/>
          <p:nvPr/>
        </p:nvSpPr>
        <p:spPr>
          <a:xfrm>
            <a:off x="2808150" y="27825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BE7896-C463-B6D0-B910-5642A595B28C}"/>
              </a:ext>
            </a:extLst>
          </p:cNvPr>
          <p:cNvSpPr/>
          <p:nvPr/>
        </p:nvSpPr>
        <p:spPr>
          <a:xfrm>
            <a:off x="2270742" y="179090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D217AD-BF91-DDE8-DD1E-9BA4B14B79C8}"/>
              </a:ext>
            </a:extLst>
          </p:cNvPr>
          <p:cNvSpPr/>
          <p:nvPr/>
        </p:nvSpPr>
        <p:spPr>
          <a:xfrm>
            <a:off x="2270742" y="206002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0AF376-7B63-0FB6-0AD2-438BBB701845}"/>
              </a:ext>
            </a:extLst>
          </p:cNvPr>
          <p:cNvSpPr/>
          <p:nvPr/>
        </p:nvSpPr>
        <p:spPr>
          <a:xfrm>
            <a:off x="2270741" y="232914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89E86E-42AD-4C53-CAE0-BAA2250BF7B7}"/>
              </a:ext>
            </a:extLst>
          </p:cNvPr>
          <p:cNvSpPr/>
          <p:nvPr/>
        </p:nvSpPr>
        <p:spPr>
          <a:xfrm>
            <a:off x="2270735" y="31334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8727FB-4E07-43E4-DCE0-BD26E5805D43}"/>
              </a:ext>
            </a:extLst>
          </p:cNvPr>
          <p:cNvSpPr/>
          <p:nvPr/>
        </p:nvSpPr>
        <p:spPr>
          <a:xfrm>
            <a:off x="2270735" y="34025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38D4F4-D27D-B714-E50A-596563E6F39B}"/>
              </a:ext>
            </a:extLst>
          </p:cNvPr>
          <p:cNvSpPr/>
          <p:nvPr/>
        </p:nvSpPr>
        <p:spPr>
          <a:xfrm>
            <a:off x="2270734" y="367167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A77445-3EEA-1A11-132E-55ECBDB8BDEA}"/>
              </a:ext>
            </a:extLst>
          </p:cNvPr>
          <p:cNvSpPr/>
          <p:nvPr/>
        </p:nvSpPr>
        <p:spPr>
          <a:xfrm>
            <a:off x="2270733" y="394079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55FA80-EAC2-B896-7038-18C5BD8EF362}"/>
              </a:ext>
            </a:extLst>
          </p:cNvPr>
          <p:cNvSpPr/>
          <p:nvPr/>
        </p:nvSpPr>
        <p:spPr>
          <a:xfrm>
            <a:off x="2270733" y="42099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1D6609-87C7-ED26-E45A-721673268D68}"/>
              </a:ext>
            </a:extLst>
          </p:cNvPr>
          <p:cNvSpPr/>
          <p:nvPr/>
        </p:nvSpPr>
        <p:spPr>
          <a:xfrm>
            <a:off x="2270732" y="44790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692F41-667E-DC3B-9D40-A597104A9DA2}"/>
              </a:ext>
            </a:extLst>
          </p:cNvPr>
          <p:cNvSpPr/>
          <p:nvPr/>
        </p:nvSpPr>
        <p:spPr>
          <a:xfrm>
            <a:off x="2270732" y="2595032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5305B55-DCD3-4470-94FF-C50E4AF7C51A}"/>
              </a:ext>
            </a:extLst>
          </p:cNvPr>
          <p:cNvSpPr/>
          <p:nvPr/>
        </p:nvSpPr>
        <p:spPr>
          <a:xfrm>
            <a:off x="2376193" y="268526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1C71E26-20CF-2ECF-BF57-A4DD87A33296}"/>
              </a:ext>
            </a:extLst>
          </p:cNvPr>
          <p:cNvSpPr/>
          <p:nvPr/>
        </p:nvSpPr>
        <p:spPr>
          <a:xfrm>
            <a:off x="2376193" y="280335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858DBC7-6183-C058-1520-2189FCF622D7}"/>
              </a:ext>
            </a:extLst>
          </p:cNvPr>
          <p:cNvSpPr/>
          <p:nvPr/>
        </p:nvSpPr>
        <p:spPr>
          <a:xfrm>
            <a:off x="2376193" y="293791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BC0906-FEB1-7E69-B518-093B4D19F327}"/>
              </a:ext>
            </a:extLst>
          </p:cNvPr>
          <p:cNvSpPr txBox="1"/>
          <p:nvPr/>
        </p:nvSpPr>
        <p:spPr>
          <a:xfrm>
            <a:off x="1913828" y="506283"/>
            <a:ext cx="148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Conv4 + </a:t>
            </a:r>
            <a:r>
              <a:rPr lang="en-US" b="1" dirty="0" err="1"/>
              <a:t>ReLU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9AE37C-A96B-430B-8F4A-7ACF470DC504}"/>
              </a:ext>
            </a:extLst>
          </p:cNvPr>
          <p:cNvSpPr txBox="1"/>
          <p:nvPr/>
        </p:nvSpPr>
        <p:spPr>
          <a:xfrm>
            <a:off x="4400922" y="4034655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 x 16</a:t>
            </a:r>
          </a:p>
          <a:p>
            <a:pPr algn="ctr"/>
            <a:r>
              <a:rPr lang="en-US" dirty="0"/>
              <a:t>Stride=5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BD637B5-D80C-E12C-3451-7DAF84CCE51A}"/>
              </a:ext>
            </a:extLst>
          </p:cNvPr>
          <p:cNvSpPr/>
          <p:nvPr/>
        </p:nvSpPr>
        <p:spPr>
          <a:xfrm>
            <a:off x="2423142" y="194330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AD3022A-C646-FC3F-F736-2B77650E4FE3}"/>
              </a:ext>
            </a:extLst>
          </p:cNvPr>
          <p:cNvSpPr/>
          <p:nvPr/>
        </p:nvSpPr>
        <p:spPr>
          <a:xfrm>
            <a:off x="2423142" y="221242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F755ED8-ADE3-3F9A-9179-EBD3A54C50CB}"/>
              </a:ext>
            </a:extLst>
          </p:cNvPr>
          <p:cNvSpPr/>
          <p:nvPr/>
        </p:nvSpPr>
        <p:spPr>
          <a:xfrm>
            <a:off x="2423141" y="248154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DCB3093-8BA5-23B9-2800-16369C59AA1B}"/>
              </a:ext>
            </a:extLst>
          </p:cNvPr>
          <p:cNvSpPr/>
          <p:nvPr/>
        </p:nvSpPr>
        <p:spPr>
          <a:xfrm>
            <a:off x="2423135" y="32858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5C3FB80-8705-F0ED-72E6-65369BC18262}"/>
              </a:ext>
            </a:extLst>
          </p:cNvPr>
          <p:cNvSpPr/>
          <p:nvPr/>
        </p:nvSpPr>
        <p:spPr>
          <a:xfrm>
            <a:off x="2423135" y="35549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20F4C83-FBBE-ED2F-80D6-318CC0B95820}"/>
              </a:ext>
            </a:extLst>
          </p:cNvPr>
          <p:cNvSpPr/>
          <p:nvPr/>
        </p:nvSpPr>
        <p:spPr>
          <a:xfrm>
            <a:off x="2423134" y="382407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F1A9237-3DA1-3C77-872B-95468CBF582D}"/>
              </a:ext>
            </a:extLst>
          </p:cNvPr>
          <p:cNvSpPr/>
          <p:nvPr/>
        </p:nvSpPr>
        <p:spPr>
          <a:xfrm>
            <a:off x="2423133" y="409319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7CF4A77-A518-C3A2-3E53-C99A741BC9A7}"/>
              </a:ext>
            </a:extLst>
          </p:cNvPr>
          <p:cNvSpPr/>
          <p:nvPr/>
        </p:nvSpPr>
        <p:spPr>
          <a:xfrm>
            <a:off x="2423133" y="43623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DEA9EDD-F922-AC39-D7D8-C63CF2C73A6B}"/>
              </a:ext>
            </a:extLst>
          </p:cNvPr>
          <p:cNvSpPr/>
          <p:nvPr/>
        </p:nvSpPr>
        <p:spPr>
          <a:xfrm>
            <a:off x="2423132" y="46314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D8A42FC-8DB1-F79A-C708-C66B14F272F9}"/>
              </a:ext>
            </a:extLst>
          </p:cNvPr>
          <p:cNvSpPr/>
          <p:nvPr/>
        </p:nvSpPr>
        <p:spPr>
          <a:xfrm>
            <a:off x="2423132" y="2746248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B9B7DCA-514C-3E69-F492-2CC641149559}"/>
              </a:ext>
            </a:extLst>
          </p:cNvPr>
          <p:cNvSpPr/>
          <p:nvPr/>
        </p:nvSpPr>
        <p:spPr>
          <a:xfrm>
            <a:off x="2528593" y="283766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4E897E0-3011-32AE-E4CC-E3C1CF9190C3}"/>
              </a:ext>
            </a:extLst>
          </p:cNvPr>
          <p:cNvSpPr/>
          <p:nvPr/>
        </p:nvSpPr>
        <p:spPr>
          <a:xfrm>
            <a:off x="2528593" y="295575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5C81DBA-400D-B9DB-B1F7-15AB1BCD6C09}"/>
              </a:ext>
            </a:extLst>
          </p:cNvPr>
          <p:cNvSpPr/>
          <p:nvPr/>
        </p:nvSpPr>
        <p:spPr>
          <a:xfrm>
            <a:off x="2528593" y="309031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F9265DD-25EA-AD50-C675-5962A7BA9685}"/>
              </a:ext>
            </a:extLst>
          </p:cNvPr>
          <p:cNvSpPr/>
          <p:nvPr/>
        </p:nvSpPr>
        <p:spPr>
          <a:xfrm>
            <a:off x="2808152" y="143718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6C6C62B-A6C1-2F5C-5444-02FFA9D27881}"/>
              </a:ext>
            </a:extLst>
          </p:cNvPr>
          <p:cNvSpPr/>
          <p:nvPr/>
        </p:nvSpPr>
        <p:spPr>
          <a:xfrm>
            <a:off x="2808152" y="170630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56FFE62-BA33-3157-3BF8-58E9491C29B3}"/>
              </a:ext>
            </a:extLst>
          </p:cNvPr>
          <p:cNvSpPr/>
          <p:nvPr/>
        </p:nvSpPr>
        <p:spPr>
          <a:xfrm>
            <a:off x="2808151" y="197542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855AA3D-C1C7-7D16-8386-8B394B66716A}"/>
              </a:ext>
            </a:extLst>
          </p:cNvPr>
          <p:cNvSpPr/>
          <p:nvPr/>
        </p:nvSpPr>
        <p:spPr>
          <a:xfrm>
            <a:off x="2808150" y="224454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ED9D86C-EE68-7947-E599-3038454C462B}"/>
              </a:ext>
            </a:extLst>
          </p:cNvPr>
          <p:cNvSpPr/>
          <p:nvPr/>
        </p:nvSpPr>
        <p:spPr>
          <a:xfrm>
            <a:off x="2808153" y="358686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DFC054-4185-49A8-01BC-ED3DA6D4A99A}"/>
              </a:ext>
            </a:extLst>
          </p:cNvPr>
          <p:cNvSpPr/>
          <p:nvPr/>
        </p:nvSpPr>
        <p:spPr>
          <a:xfrm>
            <a:off x="2808153" y="385598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EEF354C-25D5-BE98-BE4F-9550975EE215}"/>
              </a:ext>
            </a:extLst>
          </p:cNvPr>
          <p:cNvSpPr/>
          <p:nvPr/>
        </p:nvSpPr>
        <p:spPr>
          <a:xfrm>
            <a:off x="2808152" y="412510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D83486F-4EDC-5468-33D6-D6E20E7B6994}"/>
              </a:ext>
            </a:extLst>
          </p:cNvPr>
          <p:cNvSpPr/>
          <p:nvPr/>
        </p:nvSpPr>
        <p:spPr>
          <a:xfrm>
            <a:off x="2808151" y="439422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8573873-C1A2-E188-7B81-88DB69F1050B}"/>
              </a:ext>
            </a:extLst>
          </p:cNvPr>
          <p:cNvSpPr/>
          <p:nvPr/>
        </p:nvSpPr>
        <p:spPr>
          <a:xfrm>
            <a:off x="2808151" y="466334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BC0FE20-D533-B8FC-2397-4CEE51888797}"/>
              </a:ext>
            </a:extLst>
          </p:cNvPr>
          <p:cNvSpPr/>
          <p:nvPr/>
        </p:nvSpPr>
        <p:spPr>
          <a:xfrm>
            <a:off x="2808150" y="3048621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5CC32B19-9EEF-21C3-F3A2-6BDE44B3BE6B}"/>
              </a:ext>
            </a:extLst>
          </p:cNvPr>
          <p:cNvSpPr/>
          <p:nvPr/>
        </p:nvSpPr>
        <p:spPr>
          <a:xfrm>
            <a:off x="2913611" y="313869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C7599835-C0AB-3204-5F32-44312B01D9BF}"/>
              </a:ext>
            </a:extLst>
          </p:cNvPr>
          <p:cNvSpPr/>
          <p:nvPr/>
        </p:nvSpPr>
        <p:spPr>
          <a:xfrm>
            <a:off x="2913611" y="325678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E41DE365-16B5-8483-4C12-B7DE3FCC1E9E}"/>
              </a:ext>
            </a:extLst>
          </p:cNvPr>
          <p:cNvSpPr/>
          <p:nvPr/>
        </p:nvSpPr>
        <p:spPr>
          <a:xfrm>
            <a:off x="2913611" y="339134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A83E424C-6F68-0D36-2F9C-27250839CA9F}"/>
              </a:ext>
            </a:extLst>
          </p:cNvPr>
          <p:cNvSpPr/>
          <p:nvPr/>
        </p:nvSpPr>
        <p:spPr>
          <a:xfrm>
            <a:off x="1913828" y="952501"/>
            <a:ext cx="1496121" cy="41827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9009E852-A0A5-813B-3C6F-DAF0F3FB1B03}"/>
              </a:ext>
            </a:extLst>
          </p:cNvPr>
          <p:cNvSpPr/>
          <p:nvPr/>
        </p:nvSpPr>
        <p:spPr>
          <a:xfrm>
            <a:off x="4466789" y="26512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A9D64EB-359D-8B14-1480-7ABE7F1D259C}"/>
              </a:ext>
            </a:extLst>
          </p:cNvPr>
          <p:cNvSpPr/>
          <p:nvPr/>
        </p:nvSpPr>
        <p:spPr>
          <a:xfrm>
            <a:off x="4466789" y="29203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8602E3CE-2222-42D6-E719-BD65B9073729}"/>
              </a:ext>
            </a:extLst>
          </p:cNvPr>
          <p:cNvSpPr/>
          <p:nvPr/>
        </p:nvSpPr>
        <p:spPr>
          <a:xfrm>
            <a:off x="4466788" y="31894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84456E1-F491-77A0-716D-73B1C192BBEA}"/>
              </a:ext>
            </a:extLst>
          </p:cNvPr>
          <p:cNvSpPr txBox="1"/>
          <p:nvPr/>
        </p:nvSpPr>
        <p:spPr>
          <a:xfrm>
            <a:off x="2190439" y="5229070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20 x 16</a:t>
            </a:r>
          </a:p>
          <a:p>
            <a:pPr algn="ctr"/>
            <a:r>
              <a:rPr lang="en-US" dirty="0"/>
              <a:t>K=5, P=2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B232D69-DF3F-201E-4BAC-535590C99D7E}"/>
              </a:ext>
            </a:extLst>
          </p:cNvPr>
          <p:cNvSpPr/>
          <p:nvPr/>
        </p:nvSpPr>
        <p:spPr>
          <a:xfrm>
            <a:off x="4619189" y="28036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8A82ED9-64D2-53F0-B016-7C3A8212C8BC}"/>
              </a:ext>
            </a:extLst>
          </p:cNvPr>
          <p:cNvSpPr/>
          <p:nvPr/>
        </p:nvSpPr>
        <p:spPr>
          <a:xfrm>
            <a:off x="4619189" y="30727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C38B21A-B438-38F0-428E-026E9E30D2AC}"/>
              </a:ext>
            </a:extLst>
          </p:cNvPr>
          <p:cNvSpPr/>
          <p:nvPr/>
        </p:nvSpPr>
        <p:spPr>
          <a:xfrm>
            <a:off x="4619188" y="33418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D00758E-898B-32C3-E871-6F16049EE5D9}"/>
              </a:ext>
            </a:extLst>
          </p:cNvPr>
          <p:cNvSpPr/>
          <p:nvPr/>
        </p:nvSpPr>
        <p:spPr>
          <a:xfrm>
            <a:off x="5022232" y="290148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7CC8321-0DCB-4BD7-BB8C-D0A9F99B3E6E}"/>
              </a:ext>
            </a:extLst>
          </p:cNvPr>
          <p:cNvSpPr/>
          <p:nvPr/>
        </p:nvSpPr>
        <p:spPr>
          <a:xfrm>
            <a:off x="5022232" y="317060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BDF7311-F705-67FD-8479-8FEF2C7CCE67}"/>
              </a:ext>
            </a:extLst>
          </p:cNvPr>
          <p:cNvSpPr/>
          <p:nvPr/>
        </p:nvSpPr>
        <p:spPr>
          <a:xfrm>
            <a:off x="5022231" y="343972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DC26481B-AFD2-9A9F-CEB6-827EA980D3DD}"/>
              </a:ext>
            </a:extLst>
          </p:cNvPr>
          <p:cNvSpPr/>
          <p:nvPr/>
        </p:nvSpPr>
        <p:spPr>
          <a:xfrm>
            <a:off x="4175149" y="2151174"/>
            <a:ext cx="1371535" cy="17310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26E14A6-2343-B2D1-C709-5D08DB3E3053}"/>
              </a:ext>
            </a:extLst>
          </p:cNvPr>
          <p:cNvSpPr/>
          <p:nvPr/>
        </p:nvSpPr>
        <p:spPr>
          <a:xfrm>
            <a:off x="2808150" y="251366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38411B05-24FF-8AF9-D929-420E148032D2}"/>
              </a:ext>
            </a:extLst>
          </p:cNvPr>
          <p:cNvSpPr/>
          <p:nvPr/>
        </p:nvSpPr>
        <p:spPr>
          <a:xfrm>
            <a:off x="2724066" y="303838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FB53D41A-6172-A9CD-733C-46878EDF0CD9}"/>
              </a:ext>
            </a:extLst>
          </p:cNvPr>
          <p:cNvSpPr/>
          <p:nvPr/>
        </p:nvSpPr>
        <p:spPr>
          <a:xfrm>
            <a:off x="2724066" y="315647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75924689-4492-776E-67E3-A22F968CF1E7}"/>
              </a:ext>
            </a:extLst>
          </p:cNvPr>
          <p:cNvSpPr/>
          <p:nvPr/>
        </p:nvSpPr>
        <p:spPr>
          <a:xfrm>
            <a:off x="2724066" y="329103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AE4B30A-A9EE-6FB1-2374-0506EBE0F9C1}"/>
              </a:ext>
            </a:extLst>
          </p:cNvPr>
          <p:cNvSpPr/>
          <p:nvPr/>
        </p:nvSpPr>
        <p:spPr>
          <a:xfrm>
            <a:off x="2270736" y="153754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D6FA391A-576F-8697-BB41-1BB424A5701E}"/>
              </a:ext>
            </a:extLst>
          </p:cNvPr>
          <p:cNvSpPr/>
          <p:nvPr/>
        </p:nvSpPr>
        <p:spPr>
          <a:xfrm>
            <a:off x="2270736" y="127050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6A5462A3-4A08-D5F1-1241-932188D93D92}"/>
              </a:ext>
            </a:extLst>
          </p:cNvPr>
          <p:cNvSpPr/>
          <p:nvPr/>
        </p:nvSpPr>
        <p:spPr>
          <a:xfrm>
            <a:off x="2423136" y="168422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F68CCC4D-E43F-6C64-1104-5046CD34E473}"/>
              </a:ext>
            </a:extLst>
          </p:cNvPr>
          <p:cNvSpPr/>
          <p:nvPr/>
        </p:nvSpPr>
        <p:spPr>
          <a:xfrm>
            <a:off x="2423136" y="142222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6547D5-1E67-00C0-118F-4D6C2AAB8E31}"/>
              </a:ext>
            </a:extLst>
          </p:cNvPr>
          <p:cNvSpPr txBox="1"/>
          <p:nvPr/>
        </p:nvSpPr>
        <p:spPr>
          <a:xfrm>
            <a:off x="2673881" y="94297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x16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19F2828F-6B19-2F91-49AD-36FC58AB0177}"/>
              </a:ext>
            </a:extLst>
          </p:cNvPr>
          <p:cNvCxnSpPr>
            <a:cxnSpLocks/>
          </p:cNvCxnSpPr>
          <p:nvPr/>
        </p:nvCxnSpPr>
        <p:spPr>
          <a:xfrm>
            <a:off x="2581937" y="1227429"/>
            <a:ext cx="493016" cy="12512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C136E6C-4797-A056-EC57-A382EE42AB7C}"/>
              </a:ext>
            </a:extLst>
          </p:cNvPr>
          <p:cNvSpPr/>
          <p:nvPr/>
        </p:nvSpPr>
        <p:spPr>
          <a:xfrm>
            <a:off x="5022232" y="263585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7DD98E94-BC35-1D10-FE90-C389B899683E}"/>
              </a:ext>
            </a:extLst>
          </p:cNvPr>
          <p:cNvSpPr/>
          <p:nvPr/>
        </p:nvSpPr>
        <p:spPr>
          <a:xfrm>
            <a:off x="4466785" y="2382089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84DAF6A2-89B5-14AD-4CA1-E183D5F98E31}"/>
              </a:ext>
            </a:extLst>
          </p:cNvPr>
          <p:cNvSpPr/>
          <p:nvPr/>
        </p:nvSpPr>
        <p:spPr>
          <a:xfrm>
            <a:off x="4620189" y="25436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DE9EB478-C09B-ADB6-27A0-E26C8CEBEEF4}"/>
              </a:ext>
            </a:extLst>
          </p:cNvPr>
          <p:cNvSpPr/>
          <p:nvPr/>
        </p:nvSpPr>
        <p:spPr>
          <a:xfrm>
            <a:off x="4934805" y="316599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BC62A9BE-BE77-DCAA-69A7-697DCA4E7CA2}"/>
              </a:ext>
            </a:extLst>
          </p:cNvPr>
          <p:cNvSpPr/>
          <p:nvPr/>
        </p:nvSpPr>
        <p:spPr>
          <a:xfrm>
            <a:off x="4934805" y="328407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F216F7F9-74A5-88A7-142A-D39D896F70B9}"/>
              </a:ext>
            </a:extLst>
          </p:cNvPr>
          <p:cNvSpPr/>
          <p:nvPr/>
        </p:nvSpPr>
        <p:spPr>
          <a:xfrm>
            <a:off x="4934805" y="341863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93A4F4F-26D3-4700-0F8A-AE41E03FD786}"/>
              </a:ext>
            </a:extLst>
          </p:cNvPr>
          <p:cNvSpPr txBox="1"/>
          <p:nvPr/>
        </p:nvSpPr>
        <p:spPr>
          <a:xfrm>
            <a:off x="4896584" y="211987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x16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23D67478-DF57-15F3-42B0-1D6F16BED376}"/>
              </a:ext>
            </a:extLst>
          </p:cNvPr>
          <p:cNvCxnSpPr>
            <a:cxnSpLocks/>
          </p:cNvCxnSpPr>
          <p:nvPr/>
        </p:nvCxnSpPr>
        <p:spPr>
          <a:xfrm>
            <a:off x="4822784" y="2382089"/>
            <a:ext cx="466245" cy="1917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F3458734-0824-DA0A-0EB7-CB9EE6B8ECE5}"/>
              </a:ext>
            </a:extLst>
          </p:cNvPr>
          <p:cNvSpPr txBox="1"/>
          <p:nvPr/>
        </p:nvSpPr>
        <p:spPr>
          <a:xfrm>
            <a:off x="4304273" y="1640291"/>
            <a:ext cx="11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MaxPool4</a:t>
            </a: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6A3F413C-36F3-1635-00D8-4804DB4EBD72}"/>
              </a:ext>
            </a:extLst>
          </p:cNvPr>
          <p:cNvCxnSpPr>
            <a:cxnSpLocks/>
          </p:cNvCxnSpPr>
          <p:nvPr/>
        </p:nvCxnSpPr>
        <p:spPr>
          <a:xfrm>
            <a:off x="3074953" y="1437180"/>
            <a:ext cx="1391835" cy="957036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6B89440-89DB-C88F-474E-5FB9F09593B8}"/>
              </a:ext>
            </a:extLst>
          </p:cNvPr>
          <p:cNvCxnSpPr>
            <a:cxnSpLocks/>
          </p:cNvCxnSpPr>
          <p:nvPr/>
        </p:nvCxnSpPr>
        <p:spPr>
          <a:xfrm flipV="1">
            <a:off x="3074953" y="2648220"/>
            <a:ext cx="1391835" cy="13435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2F42653-5896-526D-54F4-515CE31E8C4F}"/>
              </a:ext>
            </a:extLst>
          </p:cNvPr>
          <p:cNvSpPr/>
          <p:nvPr/>
        </p:nvSpPr>
        <p:spPr>
          <a:xfrm>
            <a:off x="6396866" y="155276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448CB39-C0BB-A67A-5F5F-F2D83A7D79B5}"/>
              </a:ext>
            </a:extLst>
          </p:cNvPr>
          <p:cNvSpPr txBox="1"/>
          <p:nvPr/>
        </p:nvSpPr>
        <p:spPr>
          <a:xfrm>
            <a:off x="6209052" y="51138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GAP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EE33935-0350-E63E-4A93-5C8B4E243FFE}"/>
              </a:ext>
            </a:extLst>
          </p:cNvPr>
          <p:cNvSpPr txBox="1"/>
          <p:nvPr/>
        </p:nvSpPr>
        <p:spPr>
          <a:xfrm>
            <a:off x="6136116" y="5850529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 x 1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DBAA473-4BBB-DCC8-74BF-88E3419BC5D8}"/>
              </a:ext>
            </a:extLst>
          </p:cNvPr>
          <p:cNvSpPr txBox="1"/>
          <p:nvPr/>
        </p:nvSpPr>
        <p:spPr>
          <a:xfrm>
            <a:off x="6345641" y="96724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75C5967-60E5-D14B-C3D8-BDE33633395E}"/>
              </a:ext>
            </a:extLst>
          </p:cNvPr>
          <p:cNvSpPr/>
          <p:nvPr/>
        </p:nvSpPr>
        <p:spPr>
          <a:xfrm>
            <a:off x="6396864" y="26290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E7C01CC-BBE2-7632-E593-AEC7C1B3E5C4}"/>
              </a:ext>
            </a:extLst>
          </p:cNvPr>
          <p:cNvSpPr/>
          <p:nvPr/>
        </p:nvSpPr>
        <p:spPr>
          <a:xfrm>
            <a:off x="6396866" y="28981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445AEE6-24CA-C818-20C4-1ABDAE872FB1}"/>
              </a:ext>
            </a:extLst>
          </p:cNvPr>
          <p:cNvSpPr/>
          <p:nvPr/>
        </p:nvSpPr>
        <p:spPr>
          <a:xfrm>
            <a:off x="6396866" y="128364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E7DC4F1-B401-C64B-4D99-945DA95B91DF}"/>
              </a:ext>
            </a:extLst>
          </p:cNvPr>
          <p:cNvSpPr/>
          <p:nvPr/>
        </p:nvSpPr>
        <p:spPr>
          <a:xfrm>
            <a:off x="6396865" y="182188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C4701A-D2C0-7C2D-ADE3-534EFB1CBCB8}"/>
              </a:ext>
            </a:extLst>
          </p:cNvPr>
          <p:cNvSpPr/>
          <p:nvPr/>
        </p:nvSpPr>
        <p:spPr>
          <a:xfrm>
            <a:off x="6396864" y="209100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CA7AFF19-810F-3F47-B2D1-B7ED13D8179E}"/>
              </a:ext>
            </a:extLst>
          </p:cNvPr>
          <p:cNvSpPr/>
          <p:nvPr/>
        </p:nvSpPr>
        <p:spPr>
          <a:xfrm>
            <a:off x="6396871" y="34363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BA8B760-8F9E-5FE5-C26A-9F295153CB7D}"/>
              </a:ext>
            </a:extLst>
          </p:cNvPr>
          <p:cNvSpPr/>
          <p:nvPr/>
        </p:nvSpPr>
        <p:spPr>
          <a:xfrm>
            <a:off x="6397190" y="370563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7E62B2A-00A6-88C5-D2B9-377C788592B7}"/>
              </a:ext>
            </a:extLst>
          </p:cNvPr>
          <p:cNvSpPr/>
          <p:nvPr/>
        </p:nvSpPr>
        <p:spPr>
          <a:xfrm>
            <a:off x="6397190" y="39747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361DB932-0859-AF50-CD33-F2877EF3736B}"/>
              </a:ext>
            </a:extLst>
          </p:cNvPr>
          <p:cNvSpPr/>
          <p:nvPr/>
        </p:nvSpPr>
        <p:spPr>
          <a:xfrm>
            <a:off x="6397189" y="424387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A6BFDAA-17A2-160D-B2A4-ACEE08994CFF}"/>
              </a:ext>
            </a:extLst>
          </p:cNvPr>
          <p:cNvSpPr/>
          <p:nvPr/>
        </p:nvSpPr>
        <p:spPr>
          <a:xfrm>
            <a:off x="6397188" y="451299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DBFE174E-4D29-771F-1C44-9F9FEDC63418}"/>
              </a:ext>
            </a:extLst>
          </p:cNvPr>
          <p:cNvSpPr/>
          <p:nvPr/>
        </p:nvSpPr>
        <p:spPr>
          <a:xfrm>
            <a:off x="6397188" y="478211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B989D6BC-F168-A9B4-AFC7-D6A90E98CE47}"/>
              </a:ext>
            </a:extLst>
          </p:cNvPr>
          <p:cNvSpPr/>
          <p:nvPr/>
        </p:nvSpPr>
        <p:spPr>
          <a:xfrm>
            <a:off x="6397187" y="505123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6524930-F953-E9B6-FA4B-5573590CAF25}"/>
              </a:ext>
            </a:extLst>
          </p:cNvPr>
          <p:cNvSpPr/>
          <p:nvPr/>
        </p:nvSpPr>
        <p:spPr>
          <a:xfrm>
            <a:off x="6396864" y="236012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611F913-E22E-BE40-FCDF-C6F04355EAC2}"/>
              </a:ext>
            </a:extLst>
          </p:cNvPr>
          <p:cNvSpPr/>
          <p:nvPr/>
        </p:nvSpPr>
        <p:spPr>
          <a:xfrm>
            <a:off x="6397187" y="53203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56B2A325-E8CB-264B-A93A-7079ED76F843}"/>
              </a:ext>
            </a:extLst>
          </p:cNvPr>
          <p:cNvSpPr/>
          <p:nvPr/>
        </p:nvSpPr>
        <p:spPr>
          <a:xfrm>
            <a:off x="6396866" y="31672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90CA3C53-86D4-8A76-C037-BFD81E9F3DC0}"/>
              </a:ext>
            </a:extLst>
          </p:cNvPr>
          <p:cNvSpPr/>
          <p:nvPr/>
        </p:nvSpPr>
        <p:spPr>
          <a:xfrm>
            <a:off x="6181782" y="875615"/>
            <a:ext cx="696024" cy="48991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E7C26C5-DF01-FD4E-32F3-7D4AF0736B60}"/>
              </a:ext>
            </a:extLst>
          </p:cNvPr>
          <p:cNvCxnSpPr>
            <a:cxnSpLocks/>
          </p:cNvCxnSpPr>
          <p:nvPr/>
        </p:nvCxnSpPr>
        <p:spPr>
          <a:xfrm flipV="1">
            <a:off x="5289034" y="1297500"/>
            <a:ext cx="1105042" cy="1329868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40012AF-B36F-1DCC-8E8D-EABF9EB34196}"/>
              </a:ext>
            </a:extLst>
          </p:cNvPr>
          <p:cNvCxnSpPr>
            <a:cxnSpLocks/>
          </p:cNvCxnSpPr>
          <p:nvPr/>
        </p:nvCxnSpPr>
        <p:spPr>
          <a:xfrm flipV="1">
            <a:off x="5289034" y="1529653"/>
            <a:ext cx="1105042" cy="2179193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Rectangle 262">
            <a:extLst>
              <a:ext uri="{FF2B5EF4-FFF2-40B4-BE49-F238E27FC236}">
                <a16:creationId xmlns:a16="http://schemas.microsoft.com/office/drawing/2014/main" id="{65FD17C2-D6B8-FB7C-9301-661F4FE2B9B1}"/>
              </a:ext>
            </a:extLst>
          </p:cNvPr>
          <p:cNvSpPr/>
          <p:nvPr/>
        </p:nvSpPr>
        <p:spPr>
          <a:xfrm>
            <a:off x="7827507" y="209100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74D93AB7-BE13-1783-5607-7FE4FD636148}"/>
              </a:ext>
            </a:extLst>
          </p:cNvPr>
          <p:cNvSpPr txBox="1"/>
          <p:nvPr/>
        </p:nvSpPr>
        <p:spPr>
          <a:xfrm>
            <a:off x="7593973" y="984676"/>
            <a:ext cx="1725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Fully-Connected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2ECD192-B83E-FB3D-D85D-08C97FD64E28}"/>
              </a:ext>
            </a:extLst>
          </p:cNvPr>
          <p:cNvSpPr txBox="1"/>
          <p:nvPr/>
        </p:nvSpPr>
        <p:spPr>
          <a:xfrm>
            <a:off x="7776282" y="142088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D8F6AABB-24BC-5DDB-7603-BDFDCB4644BD}"/>
              </a:ext>
            </a:extLst>
          </p:cNvPr>
          <p:cNvSpPr/>
          <p:nvPr/>
        </p:nvSpPr>
        <p:spPr>
          <a:xfrm>
            <a:off x="7827507" y="1821886"/>
            <a:ext cx="266803" cy="269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94A8CBB8-6F61-F9DF-2DBE-95CC2E4F42FC}"/>
              </a:ext>
            </a:extLst>
          </p:cNvPr>
          <p:cNvSpPr/>
          <p:nvPr/>
        </p:nvSpPr>
        <p:spPr>
          <a:xfrm>
            <a:off x="7827506" y="236012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7FBD72B4-373C-5D96-8337-3FE2C92B1892}"/>
              </a:ext>
            </a:extLst>
          </p:cNvPr>
          <p:cNvSpPr/>
          <p:nvPr/>
        </p:nvSpPr>
        <p:spPr>
          <a:xfrm>
            <a:off x="7827505" y="262924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A47F6EB8-44F8-B8F8-039B-C71C1733D83B}"/>
              </a:ext>
            </a:extLst>
          </p:cNvPr>
          <p:cNvSpPr/>
          <p:nvPr/>
        </p:nvSpPr>
        <p:spPr>
          <a:xfrm>
            <a:off x="7827829" y="2898629"/>
            <a:ext cx="266803" cy="675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266E3F1E-CAA2-1AA1-656C-4C4F53197515}"/>
              </a:ext>
            </a:extLst>
          </p:cNvPr>
          <p:cNvSpPr/>
          <p:nvPr/>
        </p:nvSpPr>
        <p:spPr>
          <a:xfrm>
            <a:off x="7827829" y="357428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B56CD7E7-951A-747E-1D7A-AA8BD2FA38D9}"/>
              </a:ext>
            </a:extLst>
          </p:cNvPr>
          <p:cNvSpPr/>
          <p:nvPr/>
        </p:nvSpPr>
        <p:spPr>
          <a:xfrm>
            <a:off x="7827828" y="384340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ABDE83E1-9561-C1CB-615A-CF62BB1E8469}"/>
              </a:ext>
            </a:extLst>
          </p:cNvPr>
          <p:cNvSpPr/>
          <p:nvPr/>
        </p:nvSpPr>
        <p:spPr>
          <a:xfrm>
            <a:off x="7827828" y="41125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D29217DD-99D7-753C-F514-9AF11838B99E}"/>
              </a:ext>
            </a:extLst>
          </p:cNvPr>
          <p:cNvSpPr/>
          <p:nvPr/>
        </p:nvSpPr>
        <p:spPr>
          <a:xfrm>
            <a:off x="7612423" y="1437179"/>
            <a:ext cx="1577297" cy="34952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2DE8A47D-0DB6-0885-05C6-3C2341B0A8F1}"/>
              </a:ext>
            </a:extLst>
          </p:cNvPr>
          <p:cNvSpPr/>
          <p:nvPr/>
        </p:nvSpPr>
        <p:spPr>
          <a:xfrm>
            <a:off x="8694551" y="263585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5CFE9FDA-2AA0-4283-5C28-D14459CB9DA1}"/>
              </a:ext>
            </a:extLst>
          </p:cNvPr>
          <p:cNvSpPr/>
          <p:nvPr/>
        </p:nvSpPr>
        <p:spPr>
          <a:xfrm>
            <a:off x="8694551" y="290497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8ADE88B-4E1B-906A-9F81-62DC58CF2145}"/>
              </a:ext>
            </a:extLst>
          </p:cNvPr>
          <p:cNvSpPr/>
          <p:nvPr/>
        </p:nvSpPr>
        <p:spPr>
          <a:xfrm>
            <a:off x="8694550" y="317409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51EAF200-E0D2-1E40-F009-AD8AD6E7D40B}"/>
              </a:ext>
            </a:extLst>
          </p:cNvPr>
          <p:cNvSpPr/>
          <p:nvPr/>
        </p:nvSpPr>
        <p:spPr>
          <a:xfrm>
            <a:off x="8694550" y="344321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72C57A62-4DFC-84B3-C632-86199C0DA3CE}"/>
              </a:ext>
            </a:extLst>
          </p:cNvPr>
          <p:cNvSpPr/>
          <p:nvPr/>
        </p:nvSpPr>
        <p:spPr>
          <a:xfrm>
            <a:off x="7938355" y="307375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52FAABDD-861F-7B27-6DFF-147DB70078DA}"/>
              </a:ext>
            </a:extLst>
          </p:cNvPr>
          <p:cNvSpPr/>
          <p:nvPr/>
        </p:nvSpPr>
        <p:spPr>
          <a:xfrm>
            <a:off x="7938355" y="319941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D4DE2510-9B42-839B-FF4B-DF7566690190}"/>
              </a:ext>
            </a:extLst>
          </p:cNvPr>
          <p:cNvSpPr/>
          <p:nvPr/>
        </p:nvSpPr>
        <p:spPr>
          <a:xfrm>
            <a:off x="7938355" y="332640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E96A7B8F-689C-5DA9-0B41-F068FEEC98AD}"/>
              </a:ext>
            </a:extLst>
          </p:cNvPr>
          <p:cNvCxnSpPr>
            <a:cxnSpLocks/>
            <a:stCxn id="268" idx="3"/>
            <a:endCxn id="282" idx="1"/>
          </p:cNvCxnSpPr>
          <p:nvPr/>
        </p:nvCxnSpPr>
        <p:spPr>
          <a:xfrm>
            <a:off x="8094310" y="1956446"/>
            <a:ext cx="600241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C22A498C-42B8-29BF-C3C6-ABCE75BF5AA4}"/>
              </a:ext>
            </a:extLst>
          </p:cNvPr>
          <p:cNvCxnSpPr>
            <a:cxnSpLocks/>
            <a:stCxn id="268" idx="3"/>
            <a:endCxn id="283" idx="1"/>
          </p:cNvCxnSpPr>
          <p:nvPr/>
        </p:nvCxnSpPr>
        <p:spPr>
          <a:xfrm>
            <a:off x="8094310" y="1956446"/>
            <a:ext cx="600241" cy="10830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512ADC34-DBE6-4348-88E0-48A3ACF43F33}"/>
              </a:ext>
            </a:extLst>
          </p:cNvPr>
          <p:cNvCxnSpPr>
            <a:cxnSpLocks/>
            <a:stCxn id="268" idx="3"/>
            <a:endCxn id="284" idx="1"/>
          </p:cNvCxnSpPr>
          <p:nvPr/>
        </p:nvCxnSpPr>
        <p:spPr>
          <a:xfrm>
            <a:off x="8094310" y="1956446"/>
            <a:ext cx="600240" cy="13522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FB97A73-B654-616E-CBEF-0D5F33DF6969}"/>
              </a:ext>
            </a:extLst>
          </p:cNvPr>
          <p:cNvCxnSpPr>
            <a:cxnSpLocks/>
            <a:stCxn id="268" idx="3"/>
            <a:endCxn id="285" idx="1"/>
          </p:cNvCxnSpPr>
          <p:nvPr/>
        </p:nvCxnSpPr>
        <p:spPr>
          <a:xfrm>
            <a:off x="8094310" y="1956446"/>
            <a:ext cx="600240" cy="16213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80641D26-82AE-BF0F-31A7-F83DCE5C3C22}"/>
              </a:ext>
            </a:extLst>
          </p:cNvPr>
          <p:cNvCxnSpPr>
            <a:cxnSpLocks/>
            <a:stCxn id="263" idx="3"/>
            <a:endCxn id="282" idx="1"/>
          </p:cNvCxnSpPr>
          <p:nvPr/>
        </p:nvCxnSpPr>
        <p:spPr>
          <a:xfrm>
            <a:off x="8094310" y="2225566"/>
            <a:ext cx="600241" cy="5448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D7E3A876-C7FA-094D-2593-CF806008275C}"/>
              </a:ext>
            </a:extLst>
          </p:cNvPr>
          <p:cNvCxnSpPr>
            <a:cxnSpLocks/>
            <a:stCxn id="263" idx="3"/>
            <a:endCxn id="283" idx="1"/>
          </p:cNvCxnSpPr>
          <p:nvPr/>
        </p:nvCxnSpPr>
        <p:spPr>
          <a:xfrm>
            <a:off x="8094310" y="2225566"/>
            <a:ext cx="600241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8EEE729A-2467-FE2F-AEF1-0D30B9D3175D}"/>
              </a:ext>
            </a:extLst>
          </p:cNvPr>
          <p:cNvCxnSpPr>
            <a:cxnSpLocks/>
            <a:stCxn id="263" idx="3"/>
            <a:endCxn id="284" idx="1"/>
          </p:cNvCxnSpPr>
          <p:nvPr/>
        </p:nvCxnSpPr>
        <p:spPr>
          <a:xfrm>
            <a:off x="8094310" y="2225566"/>
            <a:ext cx="600240" cy="10830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1266AADC-4A3F-A0F1-3D94-B8782DD79871}"/>
              </a:ext>
            </a:extLst>
          </p:cNvPr>
          <p:cNvCxnSpPr>
            <a:cxnSpLocks/>
            <a:stCxn id="263" idx="3"/>
            <a:endCxn id="285" idx="1"/>
          </p:cNvCxnSpPr>
          <p:nvPr/>
        </p:nvCxnSpPr>
        <p:spPr>
          <a:xfrm>
            <a:off x="8094310" y="2225566"/>
            <a:ext cx="600240" cy="13522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6DBCA930-6D3C-553E-81A0-8A736546C7E0}"/>
              </a:ext>
            </a:extLst>
          </p:cNvPr>
          <p:cNvCxnSpPr>
            <a:cxnSpLocks/>
            <a:stCxn id="269" idx="3"/>
            <a:endCxn id="282" idx="1"/>
          </p:cNvCxnSpPr>
          <p:nvPr/>
        </p:nvCxnSpPr>
        <p:spPr>
          <a:xfrm>
            <a:off x="8094309" y="2494686"/>
            <a:ext cx="600242" cy="2757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ECAA3B7-7CB1-53A8-6411-928B8C4B770A}"/>
              </a:ext>
            </a:extLst>
          </p:cNvPr>
          <p:cNvCxnSpPr>
            <a:cxnSpLocks/>
            <a:stCxn id="269" idx="3"/>
            <a:endCxn id="283" idx="1"/>
          </p:cNvCxnSpPr>
          <p:nvPr/>
        </p:nvCxnSpPr>
        <p:spPr>
          <a:xfrm>
            <a:off x="8094309" y="2494686"/>
            <a:ext cx="600242" cy="5448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71B17539-2907-6FCF-F59F-8739381E7DAF}"/>
              </a:ext>
            </a:extLst>
          </p:cNvPr>
          <p:cNvCxnSpPr>
            <a:cxnSpLocks/>
            <a:stCxn id="269" idx="3"/>
            <a:endCxn id="284" idx="1"/>
          </p:cNvCxnSpPr>
          <p:nvPr/>
        </p:nvCxnSpPr>
        <p:spPr>
          <a:xfrm>
            <a:off x="8094309" y="2494686"/>
            <a:ext cx="600241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1BE43E99-3F77-39A1-4242-7C700A458444}"/>
              </a:ext>
            </a:extLst>
          </p:cNvPr>
          <p:cNvCxnSpPr>
            <a:cxnSpLocks/>
            <a:stCxn id="269" idx="3"/>
            <a:endCxn id="285" idx="1"/>
          </p:cNvCxnSpPr>
          <p:nvPr/>
        </p:nvCxnSpPr>
        <p:spPr>
          <a:xfrm>
            <a:off x="8094309" y="2494686"/>
            <a:ext cx="600241" cy="10830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2781BC9C-5537-062F-F0D3-E7299F732DEE}"/>
              </a:ext>
            </a:extLst>
          </p:cNvPr>
          <p:cNvCxnSpPr>
            <a:cxnSpLocks/>
            <a:stCxn id="270" idx="3"/>
            <a:endCxn id="282" idx="1"/>
          </p:cNvCxnSpPr>
          <p:nvPr/>
        </p:nvCxnSpPr>
        <p:spPr>
          <a:xfrm>
            <a:off x="8094308" y="2763806"/>
            <a:ext cx="600243" cy="66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21710C6A-0F86-260D-02D3-34CBEBCC729A}"/>
              </a:ext>
            </a:extLst>
          </p:cNvPr>
          <p:cNvCxnSpPr>
            <a:cxnSpLocks/>
            <a:stCxn id="270" idx="3"/>
            <a:endCxn id="283" idx="1"/>
          </p:cNvCxnSpPr>
          <p:nvPr/>
        </p:nvCxnSpPr>
        <p:spPr>
          <a:xfrm>
            <a:off x="8094308" y="2763806"/>
            <a:ext cx="600243" cy="2757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C2FB841A-A701-0D6D-5C21-7042DDDCE920}"/>
              </a:ext>
            </a:extLst>
          </p:cNvPr>
          <p:cNvCxnSpPr>
            <a:cxnSpLocks/>
            <a:stCxn id="270" idx="3"/>
            <a:endCxn id="284" idx="1"/>
          </p:cNvCxnSpPr>
          <p:nvPr/>
        </p:nvCxnSpPr>
        <p:spPr>
          <a:xfrm>
            <a:off x="8094308" y="2763806"/>
            <a:ext cx="600242" cy="5448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A9981206-43CB-D941-CB6B-2FA8BFF0F07D}"/>
              </a:ext>
            </a:extLst>
          </p:cNvPr>
          <p:cNvCxnSpPr>
            <a:cxnSpLocks/>
            <a:stCxn id="270" idx="3"/>
            <a:endCxn id="285" idx="1"/>
          </p:cNvCxnSpPr>
          <p:nvPr/>
        </p:nvCxnSpPr>
        <p:spPr>
          <a:xfrm>
            <a:off x="8094308" y="2763806"/>
            <a:ext cx="600242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DFB8811C-C2AB-E850-ADEF-4E3CCE90EEB9}"/>
              </a:ext>
            </a:extLst>
          </p:cNvPr>
          <p:cNvCxnSpPr>
            <a:cxnSpLocks/>
            <a:stCxn id="276" idx="3"/>
            <a:endCxn id="282" idx="1"/>
          </p:cNvCxnSpPr>
          <p:nvPr/>
        </p:nvCxnSpPr>
        <p:spPr>
          <a:xfrm flipV="1">
            <a:off x="8094632" y="2770411"/>
            <a:ext cx="599919" cy="93843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1205C5A7-8DA9-43A0-7D79-6B08A8D2F760}"/>
              </a:ext>
            </a:extLst>
          </p:cNvPr>
          <p:cNvCxnSpPr>
            <a:cxnSpLocks/>
            <a:stCxn id="276" idx="3"/>
            <a:endCxn id="283" idx="1"/>
          </p:cNvCxnSpPr>
          <p:nvPr/>
        </p:nvCxnSpPr>
        <p:spPr>
          <a:xfrm flipV="1">
            <a:off x="8094632" y="3039531"/>
            <a:ext cx="599919" cy="66931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1D97F9FC-EA81-848E-F85E-5AD5AC3658F1}"/>
              </a:ext>
            </a:extLst>
          </p:cNvPr>
          <p:cNvCxnSpPr>
            <a:cxnSpLocks/>
            <a:stCxn id="276" idx="3"/>
            <a:endCxn id="284" idx="1"/>
          </p:cNvCxnSpPr>
          <p:nvPr/>
        </p:nvCxnSpPr>
        <p:spPr>
          <a:xfrm flipV="1">
            <a:off x="8094632" y="3308651"/>
            <a:ext cx="599918" cy="40019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6488165D-9EF5-5833-F04F-F6D7C593051E}"/>
              </a:ext>
            </a:extLst>
          </p:cNvPr>
          <p:cNvCxnSpPr>
            <a:cxnSpLocks/>
            <a:stCxn id="276" idx="3"/>
            <a:endCxn id="285" idx="1"/>
          </p:cNvCxnSpPr>
          <p:nvPr/>
        </p:nvCxnSpPr>
        <p:spPr>
          <a:xfrm flipV="1">
            <a:off x="8094632" y="3577771"/>
            <a:ext cx="599918" cy="13107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0BA3ADBE-E11E-F6B3-F85A-332D20CB9C9A}"/>
              </a:ext>
            </a:extLst>
          </p:cNvPr>
          <p:cNvCxnSpPr>
            <a:cxnSpLocks/>
            <a:stCxn id="277" idx="3"/>
            <a:endCxn id="282" idx="1"/>
          </p:cNvCxnSpPr>
          <p:nvPr/>
        </p:nvCxnSpPr>
        <p:spPr>
          <a:xfrm flipV="1">
            <a:off x="8094631" y="2770411"/>
            <a:ext cx="599920" cy="120755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47BC9A1B-61FC-6BC1-DBE1-58F588448637}"/>
              </a:ext>
            </a:extLst>
          </p:cNvPr>
          <p:cNvCxnSpPr>
            <a:cxnSpLocks/>
            <a:stCxn id="277" idx="3"/>
            <a:endCxn id="283" idx="1"/>
          </p:cNvCxnSpPr>
          <p:nvPr/>
        </p:nvCxnSpPr>
        <p:spPr>
          <a:xfrm flipV="1">
            <a:off x="8094631" y="3039531"/>
            <a:ext cx="599920" cy="93843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319481C2-3291-A593-19AE-A5EA73FE76CA}"/>
              </a:ext>
            </a:extLst>
          </p:cNvPr>
          <p:cNvCxnSpPr>
            <a:cxnSpLocks/>
            <a:stCxn id="277" idx="3"/>
            <a:endCxn id="284" idx="1"/>
          </p:cNvCxnSpPr>
          <p:nvPr/>
        </p:nvCxnSpPr>
        <p:spPr>
          <a:xfrm flipV="1">
            <a:off x="8094631" y="3308651"/>
            <a:ext cx="599919" cy="66931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DB31FF91-A4B7-0F36-0A25-EAC2458A8E5E}"/>
              </a:ext>
            </a:extLst>
          </p:cNvPr>
          <p:cNvCxnSpPr>
            <a:cxnSpLocks/>
            <a:stCxn id="277" idx="3"/>
            <a:endCxn id="285" idx="1"/>
          </p:cNvCxnSpPr>
          <p:nvPr/>
        </p:nvCxnSpPr>
        <p:spPr>
          <a:xfrm flipV="1">
            <a:off x="8094631" y="3577771"/>
            <a:ext cx="599919" cy="40019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4ACFD105-D252-2D3A-8E1D-BCF3BC7748DD}"/>
              </a:ext>
            </a:extLst>
          </p:cNvPr>
          <p:cNvCxnSpPr>
            <a:cxnSpLocks/>
            <a:stCxn id="279" idx="3"/>
            <a:endCxn id="282" idx="1"/>
          </p:cNvCxnSpPr>
          <p:nvPr/>
        </p:nvCxnSpPr>
        <p:spPr>
          <a:xfrm flipV="1">
            <a:off x="8094631" y="2770411"/>
            <a:ext cx="599920" cy="147667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27FADD21-2E86-9C67-6CC1-036F4C325E29}"/>
              </a:ext>
            </a:extLst>
          </p:cNvPr>
          <p:cNvCxnSpPr>
            <a:cxnSpLocks/>
            <a:stCxn id="279" idx="3"/>
            <a:endCxn id="283" idx="1"/>
          </p:cNvCxnSpPr>
          <p:nvPr/>
        </p:nvCxnSpPr>
        <p:spPr>
          <a:xfrm flipV="1">
            <a:off x="8094631" y="3039531"/>
            <a:ext cx="599920" cy="120755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13C2B5EE-C68A-F8AE-BF66-E6DC78347889}"/>
              </a:ext>
            </a:extLst>
          </p:cNvPr>
          <p:cNvCxnSpPr>
            <a:cxnSpLocks/>
            <a:stCxn id="279" idx="3"/>
            <a:endCxn id="284" idx="1"/>
          </p:cNvCxnSpPr>
          <p:nvPr/>
        </p:nvCxnSpPr>
        <p:spPr>
          <a:xfrm flipV="1">
            <a:off x="8094631" y="3308651"/>
            <a:ext cx="599919" cy="93843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A87C3745-AE61-64D6-CBC9-EC84049982C8}"/>
              </a:ext>
            </a:extLst>
          </p:cNvPr>
          <p:cNvCxnSpPr>
            <a:cxnSpLocks/>
            <a:stCxn id="279" idx="3"/>
            <a:endCxn id="285" idx="1"/>
          </p:cNvCxnSpPr>
          <p:nvPr/>
        </p:nvCxnSpPr>
        <p:spPr>
          <a:xfrm flipV="1">
            <a:off x="8094631" y="3577771"/>
            <a:ext cx="599919" cy="66931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angle 378">
            <a:extLst>
              <a:ext uri="{FF2B5EF4-FFF2-40B4-BE49-F238E27FC236}">
                <a16:creationId xmlns:a16="http://schemas.microsoft.com/office/drawing/2014/main" id="{400D2F93-C55D-A2F7-1553-189133788B9B}"/>
              </a:ext>
            </a:extLst>
          </p:cNvPr>
          <p:cNvSpPr/>
          <p:nvPr/>
        </p:nvSpPr>
        <p:spPr>
          <a:xfrm>
            <a:off x="7827828" y="436408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9C977B7C-71C3-5BC7-2618-6FAF292075C9}"/>
              </a:ext>
            </a:extLst>
          </p:cNvPr>
          <p:cNvCxnSpPr>
            <a:cxnSpLocks/>
            <a:stCxn id="379" idx="3"/>
            <a:endCxn id="282" idx="1"/>
          </p:cNvCxnSpPr>
          <p:nvPr/>
        </p:nvCxnSpPr>
        <p:spPr>
          <a:xfrm flipV="1">
            <a:off x="8094631" y="2770411"/>
            <a:ext cx="599920" cy="172823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428BFC7F-2738-79EB-41C0-BF69F74C4AF1}"/>
              </a:ext>
            </a:extLst>
          </p:cNvPr>
          <p:cNvCxnSpPr>
            <a:cxnSpLocks/>
            <a:stCxn id="379" idx="3"/>
            <a:endCxn id="283" idx="1"/>
          </p:cNvCxnSpPr>
          <p:nvPr/>
        </p:nvCxnSpPr>
        <p:spPr>
          <a:xfrm flipV="1">
            <a:off x="8094631" y="3039531"/>
            <a:ext cx="599920" cy="145911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80A01049-54FF-79C9-6555-1437F918F6EF}"/>
              </a:ext>
            </a:extLst>
          </p:cNvPr>
          <p:cNvCxnSpPr>
            <a:cxnSpLocks/>
            <a:stCxn id="379" idx="3"/>
            <a:endCxn id="284" idx="1"/>
          </p:cNvCxnSpPr>
          <p:nvPr/>
        </p:nvCxnSpPr>
        <p:spPr>
          <a:xfrm flipV="1">
            <a:off x="8094631" y="3308651"/>
            <a:ext cx="599919" cy="11899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E6EB7CDC-F0BD-701C-037F-0C8CF7E48A41}"/>
              </a:ext>
            </a:extLst>
          </p:cNvPr>
          <p:cNvCxnSpPr>
            <a:cxnSpLocks/>
            <a:stCxn id="379" idx="3"/>
            <a:endCxn id="285" idx="1"/>
          </p:cNvCxnSpPr>
          <p:nvPr/>
        </p:nvCxnSpPr>
        <p:spPr>
          <a:xfrm flipV="1">
            <a:off x="8094631" y="3577771"/>
            <a:ext cx="599919" cy="92087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Rectangle 424">
            <a:extLst>
              <a:ext uri="{FF2B5EF4-FFF2-40B4-BE49-F238E27FC236}">
                <a16:creationId xmlns:a16="http://schemas.microsoft.com/office/drawing/2014/main" id="{2C032A3F-96FE-2842-2B82-634A458B6F09}"/>
              </a:ext>
            </a:extLst>
          </p:cNvPr>
          <p:cNvSpPr/>
          <p:nvPr/>
        </p:nvSpPr>
        <p:spPr>
          <a:xfrm>
            <a:off x="10049341" y="2059100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CE497B5E-9885-77C1-9380-2C44F4EAD5CB}"/>
              </a:ext>
            </a:extLst>
          </p:cNvPr>
          <p:cNvSpPr txBox="1"/>
          <p:nvPr/>
        </p:nvSpPr>
        <p:spPr>
          <a:xfrm>
            <a:off x="9815807" y="952770"/>
            <a:ext cx="1725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Fully-Connected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149E72B7-97F4-4331-9C71-CC8B9319895D}"/>
              </a:ext>
            </a:extLst>
          </p:cNvPr>
          <p:cNvSpPr txBox="1"/>
          <p:nvPr/>
        </p:nvSpPr>
        <p:spPr>
          <a:xfrm>
            <a:off x="9998116" y="1388975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68D6F8BA-DA00-5136-22E2-1B50B7F22EFA}"/>
              </a:ext>
            </a:extLst>
          </p:cNvPr>
          <p:cNvSpPr/>
          <p:nvPr/>
        </p:nvSpPr>
        <p:spPr>
          <a:xfrm>
            <a:off x="10049341" y="1789980"/>
            <a:ext cx="266803" cy="269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9C4729E5-4BF5-82D6-911A-C90F15101A23}"/>
              </a:ext>
            </a:extLst>
          </p:cNvPr>
          <p:cNvSpPr/>
          <p:nvPr/>
        </p:nvSpPr>
        <p:spPr>
          <a:xfrm>
            <a:off x="10049340" y="2328220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D9472A53-E566-4035-FB33-B0EE32292908}"/>
              </a:ext>
            </a:extLst>
          </p:cNvPr>
          <p:cNvSpPr/>
          <p:nvPr/>
        </p:nvSpPr>
        <p:spPr>
          <a:xfrm>
            <a:off x="10049339" y="2597340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AE24F53E-23E2-4F2F-2A68-76A833AF6759}"/>
              </a:ext>
            </a:extLst>
          </p:cNvPr>
          <p:cNvSpPr/>
          <p:nvPr/>
        </p:nvSpPr>
        <p:spPr>
          <a:xfrm>
            <a:off x="10049469" y="28643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DFC0E6CA-D12E-8D26-751C-DBD2504D27B4}"/>
              </a:ext>
            </a:extLst>
          </p:cNvPr>
          <p:cNvSpPr/>
          <p:nvPr/>
        </p:nvSpPr>
        <p:spPr>
          <a:xfrm>
            <a:off x="10049468" y="31334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09DAB287-4F46-09C8-B9A6-4B94F0EDCD55}"/>
              </a:ext>
            </a:extLst>
          </p:cNvPr>
          <p:cNvSpPr/>
          <p:nvPr/>
        </p:nvSpPr>
        <p:spPr>
          <a:xfrm>
            <a:off x="10049468" y="34025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Rectangle: Rounded Corners 434">
            <a:extLst>
              <a:ext uri="{FF2B5EF4-FFF2-40B4-BE49-F238E27FC236}">
                <a16:creationId xmlns:a16="http://schemas.microsoft.com/office/drawing/2014/main" id="{CC0313D9-91FE-C434-B449-74E69A716186}"/>
              </a:ext>
            </a:extLst>
          </p:cNvPr>
          <p:cNvSpPr/>
          <p:nvPr/>
        </p:nvSpPr>
        <p:spPr>
          <a:xfrm>
            <a:off x="9834257" y="1405273"/>
            <a:ext cx="1577297" cy="28046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28ADFF58-5956-9A66-4903-865ADE12DC15}"/>
              </a:ext>
            </a:extLst>
          </p:cNvPr>
          <p:cNvSpPr/>
          <p:nvPr/>
        </p:nvSpPr>
        <p:spPr>
          <a:xfrm>
            <a:off x="10847805" y="227453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8869A692-4370-D7F9-E2A9-6FBC84B29BBF}"/>
              </a:ext>
            </a:extLst>
          </p:cNvPr>
          <p:cNvSpPr/>
          <p:nvPr/>
        </p:nvSpPr>
        <p:spPr>
          <a:xfrm>
            <a:off x="10847805" y="254365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70D6033A-63DD-D676-E0CE-60736B171D9A}"/>
              </a:ext>
            </a:extLst>
          </p:cNvPr>
          <p:cNvSpPr/>
          <p:nvPr/>
        </p:nvSpPr>
        <p:spPr>
          <a:xfrm>
            <a:off x="10847804" y="281277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44DA1C4D-8761-27D5-3B88-D2BF2AF6F3C8}"/>
              </a:ext>
            </a:extLst>
          </p:cNvPr>
          <p:cNvSpPr/>
          <p:nvPr/>
        </p:nvSpPr>
        <p:spPr>
          <a:xfrm>
            <a:off x="10847804" y="308189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BD7737A9-DCA1-1ADC-3223-1705FC877B42}"/>
              </a:ext>
            </a:extLst>
          </p:cNvPr>
          <p:cNvCxnSpPr>
            <a:cxnSpLocks/>
            <a:stCxn id="428" idx="3"/>
            <a:endCxn id="436" idx="1"/>
          </p:cNvCxnSpPr>
          <p:nvPr/>
        </p:nvCxnSpPr>
        <p:spPr>
          <a:xfrm>
            <a:off x="10316144" y="1924540"/>
            <a:ext cx="531661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F1109EC8-B6AB-E92E-86E5-578BF246B39A}"/>
              </a:ext>
            </a:extLst>
          </p:cNvPr>
          <p:cNvCxnSpPr>
            <a:cxnSpLocks/>
            <a:stCxn id="428" idx="3"/>
            <a:endCxn id="437" idx="1"/>
          </p:cNvCxnSpPr>
          <p:nvPr/>
        </p:nvCxnSpPr>
        <p:spPr>
          <a:xfrm>
            <a:off x="10316144" y="1924540"/>
            <a:ext cx="531661" cy="75367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F572CE96-4E51-83FF-5B54-043B91C0BFE2}"/>
              </a:ext>
            </a:extLst>
          </p:cNvPr>
          <p:cNvCxnSpPr>
            <a:cxnSpLocks/>
            <a:stCxn id="428" idx="3"/>
            <a:endCxn id="438" idx="1"/>
          </p:cNvCxnSpPr>
          <p:nvPr/>
        </p:nvCxnSpPr>
        <p:spPr>
          <a:xfrm>
            <a:off x="10316144" y="1924540"/>
            <a:ext cx="531660" cy="10227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0F5DF571-82D6-22E2-9A14-20ED61620D1A}"/>
              </a:ext>
            </a:extLst>
          </p:cNvPr>
          <p:cNvCxnSpPr>
            <a:cxnSpLocks/>
            <a:stCxn id="428" idx="3"/>
            <a:endCxn id="439" idx="1"/>
          </p:cNvCxnSpPr>
          <p:nvPr/>
        </p:nvCxnSpPr>
        <p:spPr>
          <a:xfrm>
            <a:off x="10316144" y="1924540"/>
            <a:ext cx="531660" cy="129191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95A422D4-960E-FFB1-94D0-D7E0EFC3316E}"/>
              </a:ext>
            </a:extLst>
          </p:cNvPr>
          <p:cNvCxnSpPr>
            <a:cxnSpLocks/>
            <a:stCxn id="425" idx="3"/>
            <a:endCxn id="436" idx="1"/>
          </p:cNvCxnSpPr>
          <p:nvPr/>
        </p:nvCxnSpPr>
        <p:spPr>
          <a:xfrm>
            <a:off x="10316144" y="2193660"/>
            <a:ext cx="531661" cy="21543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F045F117-4C95-8808-80D2-599D36DDC83C}"/>
              </a:ext>
            </a:extLst>
          </p:cNvPr>
          <p:cNvCxnSpPr>
            <a:cxnSpLocks/>
            <a:stCxn id="425" idx="3"/>
            <a:endCxn id="437" idx="1"/>
          </p:cNvCxnSpPr>
          <p:nvPr/>
        </p:nvCxnSpPr>
        <p:spPr>
          <a:xfrm>
            <a:off x="10316144" y="2193660"/>
            <a:ext cx="531661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EF5000EA-3A0A-64B2-57A0-EC06BB63954C}"/>
              </a:ext>
            </a:extLst>
          </p:cNvPr>
          <p:cNvCxnSpPr>
            <a:cxnSpLocks/>
            <a:stCxn id="425" idx="3"/>
            <a:endCxn id="438" idx="1"/>
          </p:cNvCxnSpPr>
          <p:nvPr/>
        </p:nvCxnSpPr>
        <p:spPr>
          <a:xfrm>
            <a:off x="10316144" y="2193660"/>
            <a:ext cx="531660" cy="75367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BA44B528-3A2A-CDBC-C24D-8BD93B799B9F}"/>
              </a:ext>
            </a:extLst>
          </p:cNvPr>
          <p:cNvCxnSpPr>
            <a:cxnSpLocks/>
            <a:stCxn id="425" idx="3"/>
            <a:endCxn id="439" idx="1"/>
          </p:cNvCxnSpPr>
          <p:nvPr/>
        </p:nvCxnSpPr>
        <p:spPr>
          <a:xfrm>
            <a:off x="10316144" y="2193660"/>
            <a:ext cx="531660" cy="10227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238022DC-7B02-050B-7B7D-CCB91BAA2E67}"/>
              </a:ext>
            </a:extLst>
          </p:cNvPr>
          <p:cNvCxnSpPr>
            <a:cxnSpLocks/>
            <a:stCxn id="429" idx="3"/>
            <a:endCxn id="436" idx="1"/>
          </p:cNvCxnSpPr>
          <p:nvPr/>
        </p:nvCxnSpPr>
        <p:spPr>
          <a:xfrm flipV="1">
            <a:off x="10316143" y="2409090"/>
            <a:ext cx="531662" cy="536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9327B5C1-7DA9-8866-A1BE-122454433462}"/>
              </a:ext>
            </a:extLst>
          </p:cNvPr>
          <p:cNvCxnSpPr>
            <a:cxnSpLocks/>
            <a:stCxn id="429" idx="3"/>
            <a:endCxn id="437" idx="1"/>
          </p:cNvCxnSpPr>
          <p:nvPr/>
        </p:nvCxnSpPr>
        <p:spPr>
          <a:xfrm>
            <a:off x="10316143" y="2462780"/>
            <a:ext cx="531662" cy="21543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D2859DDD-DE17-2FAF-6812-65A28866EB08}"/>
              </a:ext>
            </a:extLst>
          </p:cNvPr>
          <p:cNvCxnSpPr>
            <a:cxnSpLocks/>
            <a:stCxn id="429" idx="3"/>
            <a:endCxn id="438" idx="1"/>
          </p:cNvCxnSpPr>
          <p:nvPr/>
        </p:nvCxnSpPr>
        <p:spPr>
          <a:xfrm>
            <a:off x="10316143" y="2462780"/>
            <a:ext cx="531661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189B1378-A18F-1209-FF55-F76B0FD56593}"/>
              </a:ext>
            </a:extLst>
          </p:cNvPr>
          <p:cNvCxnSpPr>
            <a:cxnSpLocks/>
            <a:stCxn id="429" idx="3"/>
            <a:endCxn id="439" idx="1"/>
          </p:cNvCxnSpPr>
          <p:nvPr/>
        </p:nvCxnSpPr>
        <p:spPr>
          <a:xfrm>
            <a:off x="10316143" y="2462780"/>
            <a:ext cx="531661" cy="75367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A676FC11-DB70-6EAE-6BFA-A1A70AA1D6FA}"/>
              </a:ext>
            </a:extLst>
          </p:cNvPr>
          <p:cNvCxnSpPr>
            <a:cxnSpLocks/>
            <a:stCxn id="430" idx="3"/>
            <a:endCxn id="436" idx="1"/>
          </p:cNvCxnSpPr>
          <p:nvPr/>
        </p:nvCxnSpPr>
        <p:spPr>
          <a:xfrm flipV="1">
            <a:off x="10316142" y="2409090"/>
            <a:ext cx="531663" cy="32281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0F7DCF3-37E6-F4D3-441A-CCB59D608B89}"/>
              </a:ext>
            </a:extLst>
          </p:cNvPr>
          <p:cNvCxnSpPr>
            <a:cxnSpLocks/>
            <a:stCxn id="430" idx="3"/>
            <a:endCxn id="437" idx="1"/>
          </p:cNvCxnSpPr>
          <p:nvPr/>
        </p:nvCxnSpPr>
        <p:spPr>
          <a:xfrm flipV="1">
            <a:off x="10316142" y="2678210"/>
            <a:ext cx="531663" cy="536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69ECEDD2-6FB3-E043-21C8-6830D903C85A}"/>
              </a:ext>
            </a:extLst>
          </p:cNvPr>
          <p:cNvCxnSpPr>
            <a:cxnSpLocks/>
            <a:stCxn id="430" idx="3"/>
            <a:endCxn id="438" idx="1"/>
          </p:cNvCxnSpPr>
          <p:nvPr/>
        </p:nvCxnSpPr>
        <p:spPr>
          <a:xfrm>
            <a:off x="10316142" y="2731900"/>
            <a:ext cx="531662" cy="21543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EB7EB4AE-3CF3-D353-B1AD-5E1E015364FD}"/>
              </a:ext>
            </a:extLst>
          </p:cNvPr>
          <p:cNvCxnSpPr>
            <a:cxnSpLocks/>
            <a:stCxn id="430" idx="3"/>
            <a:endCxn id="439" idx="1"/>
          </p:cNvCxnSpPr>
          <p:nvPr/>
        </p:nvCxnSpPr>
        <p:spPr>
          <a:xfrm>
            <a:off x="10316142" y="2731900"/>
            <a:ext cx="531662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C4F0503E-341D-4FC0-E3AE-CB148370CED3}"/>
              </a:ext>
            </a:extLst>
          </p:cNvPr>
          <p:cNvCxnSpPr>
            <a:cxnSpLocks/>
            <a:stCxn id="432" idx="3"/>
            <a:endCxn id="436" idx="1"/>
          </p:cNvCxnSpPr>
          <p:nvPr/>
        </p:nvCxnSpPr>
        <p:spPr>
          <a:xfrm flipV="1">
            <a:off x="10316272" y="2409090"/>
            <a:ext cx="531533" cy="5897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F590C58D-5FA0-D196-8291-B4FC5C6DA76C}"/>
              </a:ext>
            </a:extLst>
          </p:cNvPr>
          <p:cNvCxnSpPr>
            <a:cxnSpLocks/>
            <a:stCxn id="432" idx="3"/>
            <a:endCxn id="437" idx="1"/>
          </p:cNvCxnSpPr>
          <p:nvPr/>
        </p:nvCxnSpPr>
        <p:spPr>
          <a:xfrm flipV="1">
            <a:off x="10316272" y="2678210"/>
            <a:ext cx="531533" cy="3206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4BBF9F92-738F-4166-FCF1-BD18A036A7FB}"/>
              </a:ext>
            </a:extLst>
          </p:cNvPr>
          <p:cNvCxnSpPr>
            <a:cxnSpLocks/>
            <a:stCxn id="432" idx="3"/>
            <a:endCxn id="438" idx="1"/>
          </p:cNvCxnSpPr>
          <p:nvPr/>
        </p:nvCxnSpPr>
        <p:spPr>
          <a:xfrm flipV="1">
            <a:off x="10316272" y="2947330"/>
            <a:ext cx="531532" cy="515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CC7F3E6-75B9-D1A2-43A6-7F22817735CC}"/>
              </a:ext>
            </a:extLst>
          </p:cNvPr>
          <p:cNvCxnSpPr>
            <a:cxnSpLocks/>
            <a:stCxn id="432" idx="3"/>
            <a:endCxn id="439" idx="1"/>
          </p:cNvCxnSpPr>
          <p:nvPr/>
        </p:nvCxnSpPr>
        <p:spPr>
          <a:xfrm>
            <a:off x="10316272" y="2998875"/>
            <a:ext cx="531532" cy="21757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79AEE8A1-72C1-B2C4-8553-0FF7EE932B58}"/>
              </a:ext>
            </a:extLst>
          </p:cNvPr>
          <p:cNvCxnSpPr>
            <a:cxnSpLocks/>
            <a:stCxn id="433" idx="3"/>
            <a:endCxn id="436" idx="1"/>
          </p:cNvCxnSpPr>
          <p:nvPr/>
        </p:nvCxnSpPr>
        <p:spPr>
          <a:xfrm flipV="1">
            <a:off x="10316271" y="2409090"/>
            <a:ext cx="531534" cy="8589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8B1112A0-3E01-CABA-A22A-0981B1FD2B23}"/>
              </a:ext>
            </a:extLst>
          </p:cNvPr>
          <p:cNvCxnSpPr>
            <a:cxnSpLocks/>
            <a:stCxn id="433" idx="3"/>
            <a:endCxn id="437" idx="1"/>
          </p:cNvCxnSpPr>
          <p:nvPr/>
        </p:nvCxnSpPr>
        <p:spPr>
          <a:xfrm flipV="1">
            <a:off x="10316271" y="2678210"/>
            <a:ext cx="531534" cy="5897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ECF38CB3-4079-E4B6-34E5-FA30DA6989CD}"/>
              </a:ext>
            </a:extLst>
          </p:cNvPr>
          <p:cNvCxnSpPr>
            <a:cxnSpLocks/>
            <a:stCxn id="433" idx="3"/>
            <a:endCxn id="438" idx="1"/>
          </p:cNvCxnSpPr>
          <p:nvPr/>
        </p:nvCxnSpPr>
        <p:spPr>
          <a:xfrm flipV="1">
            <a:off x="10316271" y="2947330"/>
            <a:ext cx="531533" cy="3206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2A0B92CD-4ABA-092D-3897-556FA78062A6}"/>
              </a:ext>
            </a:extLst>
          </p:cNvPr>
          <p:cNvCxnSpPr>
            <a:cxnSpLocks/>
            <a:stCxn id="433" idx="3"/>
            <a:endCxn id="439" idx="1"/>
          </p:cNvCxnSpPr>
          <p:nvPr/>
        </p:nvCxnSpPr>
        <p:spPr>
          <a:xfrm flipV="1">
            <a:off x="10316271" y="3216450"/>
            <a:ext cx="531533" cy="515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917F8861-AEAB-31BF-CCFB-0C89E0C0CF99}"/>
              </a:ext>
            </a:extLst>
          </p:cNvPr>
          <p:cNvCxnSpPr>
            <a:cxnSpLocks/>
            <a:stCxn id="434" idx="3"/>
            <a:endCxn id="436" idx="1"/>
          </p:cNvCxnSpPr>
          <p:nvPr/>
        </p:nvCxnSpPr>
        <p:spPr>
          <a:xfrm flipV="1">
            <a:off x="10316271" y="2409090"/>
            <a:ext cx="531534" cy="11280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656FFE31-75D9-80ED-F41F-D5C0A63E9F40}"/>
              </a:ext>
            </a:extLst>
          </p:cNvPr>
          <p:cNvCxnSpPr>
            <a:cxnSpLocks/>
            <a:stCxn id="434" idx="3"/>
            <a:endCxn id="437" idx="1"/>
          </p:cNvCxnSpPr>
          <p:nvPr/>
        </p:nvCxnSpPr>
        <p:spPr>
          <a:xfrm flipV="1">
            <a:off x="10316271" y="2678210"/>
            <a:ext cx="531534" cy="8589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854DC001-5B49-DCDC-BAE2-E0FA6C1F0128}"/>
              </a:ext>
            </a:extLst>
          </p:cNvPr>
          <p:cNvCxnSpPr>
            <a:cxnSpLocks/>
            <a:stCxn id="434" idx="3"/>
            <a:endCxn id="438" idx="1"/>
          </p:cNvCxnSpPr>
          <p:nvPr/>
        </p:nvCxnSpPr>
        <p:spPr>
          <a:xfrm flipV="1">
            <a:off x="10316271" y="2947330"/>
            <a:ext cx="531533" cy="5897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7B9A2B4-C5BD-9C7A-E5BF-400BA63685C4}"/>
              </a:ext>
            </a:extLst>
          </p:cNvPr>
          <p:cNvCxnSpPr>
            <a:cxnSpLocks/>
            <a:stCxn id="434" idx="3"/>
            <a:endCxn id="439" idx="1"/>
          </p:cNvCxnSpPr>
          <p:nvPr/>
        </p:nvCxnSpPr>
        <p:spPr>
          <a:xfrm flipV="1">
            <a:off x="10316271" y="3216450"/>
            <a:ext cx="531533" cy="3206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Rectangle 470">
            <a:extLst>
              <a:ext uri="{FF2B5EF4-FFF2-40B4-BE49-F238E27FC236}">
                <a16:creationId xmlns:a16="http://schemas.microsoft.com/office/drawing/2014/main" id="{A8662814-3538-9BDC-CB4F-C652B89AC489}"/>
              </a:ext>
            </a:extLst>
          </p:cNvPr>
          <p:cNvSpPr/>
          <p:nvPr/>
        </p:nvSpPr>
        <p:spPr>
          <a:xfrm>
            <a:off x="10049468" y="36541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355E4ACF-3B88-0230-17A5-F28B34C6DFEB}"/>
              </a:ext>
            </a:extLst>
          </p:cNvPr>
          <p:cNvCxnSpPr>
            <a:cxnSpLocks/>
            <a:stCxn id="471" idx="3"/>
            <a:endCxn id="436" idx="1"/>
          </p:cNvCxnSpPr>
          <p:nvPr/>
        </p:nvCxnSpPr>
        <p:spPr>
          <a:xfrm flipV="1">
            <a:off x="10316271" y="2409090"/>
            <a:ext cx="531534" cy="137958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AD173974-DA22-C610-1FF7-B41BBFFEEBB1}"/>
              </a:ext>
            </a:extLst>
          </p:cNvPr>
          <p:cNvCxnSpPr>
            <a:cxnSpLocks/>
            <a:stCxn id="471" idx="3"/>
            <a:endCxn id="437" idx="1"/>
          </p:cNvCxnSpPr>
          <p:nvPr/>
        </p:nvCxnSpPr>
        <p:spPr>
          <a:xfrm flipV="1">
            <a:off x="10316271" y="2678210"/>
            <a:ext cx="531534" cy="111046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361B5BCD-42E0-8307-4C82-D6EEFCD4019D}"/>
              </a:ext>
            </a:extLst>
          </p:cNvPr>
          <p:cNvCxnSpPr>
            <a:cxnSpLocks/>
            <a:stCxn id="471" idx="3"/>
            <a:endCxn id="438" idx="1"/>
          </p:cNvCxnSpPr>
          <p:nvPr/>
        </p:nvCxnSpPr>
        <p:spPr>
          <a:xfrm flipV="1">
            <a:off x="10316271" y="2947330"/>
            <a:ext cx="531533" cy="84134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3BFA37F0-3976-F119-BAD2-19DDEEDA4471}"/>
              </a:ext>
            </a:extLst>
          </p:cNvPr>
          <p:cNvCxnSpPr>
            <a:cxnSpLocks/>
            <a:stCxn id="471" idx="3"/>
            <a:endCxn id="439" idx="1"/>
          </p:cNvCxnSpPr>
          <p:nvPr/>
        </p:nvCxnSpPr>
        <p:spPr>
          <a:xfrm flipV="1">
            <a:off x="10316271" y="3216450"/>
            <a:ext cx="531533" cy="57222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54B60A4F-2F49-394A-2320-E54EAD7F94C6}"/>
              </a:ext>
            </a:extLst>
          </p:cNvPr>
          <p:cNvSpPr txBox="1"/>
          <p:nvPr/>
        </p:nvSpPr>
        <p:spPr>
          <a:xfrm>
            <a:off x="10577236" y="17929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D9E9938C-3FAA-BB1C-175F-03A72F6FBA5C}"/>
              </a:ext>
            </a:extLst>
          </p:cNvPr>
          <p:cNvSpPr txBox="1"/>
          <p:nvPr/>
        </p:nvSpPr>
        <p:spPr>
          <a:xfrm>
            <a:off x="8367436" y="212250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055187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9A91F-8253-EF5E-51AA-895159EDC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D84D316-BF1A-C6CE-F583-C7D47029E962}"/>
              </a:ext>
            </a:extLst>
          </p:cNvPr>
          <p:cNvSpPr/>
          <p:nvPr/>
        </p:nvSpPr>
        <p:spPr>
          <a:xfrm>
            <a:off x="2808150" y="27825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D6E296-4BAF-9B8D-ABB4-ABD45E47C9BC}"/>
              </a:ext>
            </a:extLst>
          </p:cNvPr>
          <p:cNvSpPr/>
          <p:nvPr/>
        </p:nvSpPr>
        <p:spPr>
          <a:xfrm>
            <a:off x="2270742" y="179090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12F536-5028-60B1-96EB-A8D6F7C1D517}"/>
              </a:ext>
            </a:extLst>
          </p:cNvPr>
          <p:cNvSpPr/>
          <p:nvPr/>
        </p:nvSpPr>
        <p:spPr>
          <a:xfrm>
            <a:off x="2270742" y="206002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814524-8D89-31DC-6442-45AA170A3855}"/>
              </a:ext>
            </a:extLst>
          </p:cNvPr>
          <p:cNvSpPr/>
          <p:nvPr/>
        </p:nvSpPr>
        <p:spPr>
          <a:xfrm>
            <a:off x="2270741" y="232914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702492-99B5-14AD-E45F-705D371C9D86}"/>
              </a:ext>
            </a:extLst>
          </p:cNvPr>
          <p:cNvSpPr/>
          <p:nvPr/>
        </p:nvSpPr>
        <p:spPr>
          <a:xfrm>
            <a:off x="2270735" y="31334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C1A0CA-430A-DBAA-A0EF-CA99E5C3A314}"/>
              </a:ext>
            </a:extLst>
          </p:cNvPr>
          <p:cNvSpPr/>
          <p:nvPr/>
        </p:nvSpPr>
        <p:spPr>
          <a:xfrm>
            <a:off x="2270735" y="34025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6F1D60-0499-449E-67C2-85C0235F4B50}"/>
              </a:ext>
            </a:extLst>
          </p:cNvPr>
          <p:cNvSpPr/>
          <p:nvPr/>
        </p:nvSpPr>
        <p:spPr>
          <a:xfrm>
            <a:off x="2270734" y="367167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1ABDA8-CA3D-CEC2-F7B3-0BFB2F15F128}"/>
              </a:ext>
            </a:extLst>
          </p:cNvPr>
          <p:cNvSpPr/>
          <p:nvPr/>
        </p:nvSpPr>
        <p:spPr>
          <a:xfrm>
            <a:off x="2270733" y="394079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EF1D34-924D-1B7B-5DB9-0AE85ACC1525}"/>
              </a:ext>
            </a:extLst>
          </p:cNvPr>
          <p:cNvSpPr/>
          <p:nvPr/>
        </p:nvSpPr>
        <p:spPr>
          <a:xfrm>
            <a:off x="2270733" y="42099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5566E6-E7EA-5A98-C9E5-03505BE48D04}"/>
              </a:ext>
            </a:extLst>
          </p:cNvPr>
          <p:cNvSpPr/>
          <p:nvPr/>
        </p:nvSpPr>
        <p:spPr>
          <a:xfrm>
            <a:off x="2270732" y="44790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AB22189-D18A-ADDD-A269-BEEB063B0C66}"/>
              </a:ext>
            </a:extLst>
          </p:cNvPr>
          <p:cNvSpPr/>
          <p:nvPr/>
        </p:nvSpPr>
        <p:spPr>
          <a:xfrm>
            <a:off x="2270732" y="2595032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CEB6650-6277-1247-3B8C-F8E7D1A9B4C7}"/>
              </a:ext>
            </a:extLst>
          </p:cNvPr>
          <p:cNvSpPr/>
          <p:nvPr/>
        </p:nvSpPr>
        <p:spPr>
          <a:xfrm>
            <a:off x="2376193" y="268526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9F16F28-89C5-475C-AC69-8B223409723D}"/>
              </a:ext>
            </a:extLst>
          </p:cNvPr>
          <p:cNvSpPr/>
          <p:nvPr/>
        </p:nvSpPr>
        <p:spPr>
          <a:xfrm>
            <a:off x="2376193" y="280335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629035A-A05B-68E2-B142-139779DDFAD1}"/>
              </a:ext>
            </a:extLst>
          </p:cNvPr>
          <p:cNvSpPr/>
          <p:nvPr/>
        </p:nvSpPr>
        <p:spPr>
          <a:xfrm>
            <a:off x="2376193" y="293791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E425D6-8E73-D6B5-370F-89F3CFFAD05E}"/>
              </a:ext>
            </a:extLst>
          </p:cNvPr>
          <p:cNvSpPr txBox="1"/>
          <p:nvPr/>
        </p:nvSpPr>
        <p:spPr>
          <a:xfrm>
            <a:off x="1913828" y="506283"/>
            <a:ext cx="148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Conv4 + </a:t>
            </a:r>
            <a:r>
              <a:rPr lang="en-US" b="1" dirty="0" err="1"/>
              <a:t>ReLU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D193F7-15B9-3239-5191-82470FF187BA}"/>
              </a:ext>
            </a:extLst>
          </p:cNvPr>
          <p:cNvSpPr txBox="1"/>
          <p:nvPr/>
        </p:nvSpPr>
        <p:spPr>
          <a:xfrm>
            <a:off x="4400922" y="4034655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 x 8</a:t>
            </a:r>
          </a:p>
          <a:p>
            <a:pPr algn="ctr"/>
            <a:r>
              <a:rPr lang="en-US" dirty="0"/>
              <a:t>Stride=5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0A16CDC-4AAD-D558-2E44-B10758B7C37E}"/>
              </a:ext>
            </a:extLst>
          </p:cNvPr>
          <p:cNvSpPr/>
          <p:nvPr/>
        </p:nvSpPr>
        <p:spPr>
          <a:xfrm>
            <a:off x="2423142" y="194330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FE77CE4-9AA1-0E30-FB99-9FF92F97D815}"/>
              </a:ext>
            </a:extLst>
          </p:cNvPr>
          <p:cNvSpPr/>
          <p:nvPr/>
        </p:nvSpPr>
        <p:spPr>
          <a:xfrm>
            <a:off x="2423142" y="221242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5F7FE26-8273-8B42-132C-C3DF189A919D}"/>
              </a:ext>
            </a:extLst>
          </p:cNvPr>
          <p:cNvSpPr/>
          <p:nvPr/>
        </p:nvSpPr>
        <p:spPr>
          <a:xfrm>
            <a:off x="2423141" y="248154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2157D32-70A4-6CEE-45B4-17A7B2B884BD}"/>
              </a:ext>
            </a:extLst>
          </p:cNvPr>
          <p:cNvSpPr/>
          <p:nvPr/>
        </p:nvSpPr>
        <p:spPr>
          <a:xfrm>
            <a:off x="2423135" y="32858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0460C69-5F42-F8E0-D624-7A9003D3CFC8}"/>
              </a:ext>
            </a:extLst>
          </p:cNvPr>
          <p:cNvSpPr/>
          <p:nvPr/>
        </p:nvSpPr>
        <p:spPr>
          <a:xfrm>
            <a:off x="2423135" y="35549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4B6576F-953E-B1F9-6113-AA0E9913838F}"/>
              </a:ext>
            </a:extLst>
          </p:cNvPr>
          <p:cNvSpPr/>
          <p:nvPr/>
        </p:nvSpPr>
        <p:spPr>
          <a:xfrm>
            <a:off x="2423134" y="382407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1F7FFAE-7578-3395-A516-ED3666B0B163}"/>
              </a:ext>
            </a:extLst>
          </p:cNvPr>
          <p:cNvSpPr/>
          <p:nvPr/>
        </p:nvSpPr>
        <p:spPr>
          <a:xfrm>
            <a:off x="2423133" y="409319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50FD019-2B60-1ADB-B542-2BC4B4799941}"/>
              </a:ext>
            </a:extLst>
          </p:cNvPr>
          <p:cNvSpPr/>
          <p:nvPr/>
        </p:nvSpPr>
        <p:spPr>
          <a:xfrm>
            <a:off x="2423133" y="43623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0516233-B7C2-939B-96CD-92CF6F065F81}"/>
              </a:ext>
            </a:extLst>
          </p:cNvPr>
          <p:cNvSpPr/>
          <p:nvPr/>
        </p:nvSpPr>
        <p:spPr>
          <a:xfrm>
            <a:off x="2423132" y="46314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F250244-F2C5-0A1C-24A0-842DDAFD6BCC}"/>
              </a:ext>
            </a:extLst>
          </p:cNvPr>
          <p:cNvSpPr/>
          <p:nvPr/>
        </p:nvSpPr>
        <p:spPr>
          <a:xfrm>
            <a:off x="2423132" y="2746248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01EB296-B40C-DE25-B778-AFC3F31AB6D2}"/>
              </a:ext>
            </a:extLst>
          </p:cNvPr>
          <p:cNvSpPr/>
          <p:nvPr/>
        </p:nvSpPr>
        <p:spPr>
          <a:xfrm>
            <a:off x="2528593" y="283766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A3176BE5-8F7C-2395-D5F7-F4BCD52377EC}"/>
              </a:ext>
            </a:extLst>
          </p:cNvPr>
          <p:cNvSpPr/>
          <p:nvPr/>
        </p:nvSpPr>
        <p:spPr>
          <a:xfrm>
            <a:off x="2528593" y="295575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96978BFC-78E4-3D92-B6F2-43D74DC72CC2}"/>
              </a:ext>
            </a:extLst>
          </p:cNvPr>
          <p:cNvSpPr/>
          <p:nvPr/>
        </p:nvSpPr>
        <p:spPr>
          <a:xfrm>
            <a:off x="2528593" y="309031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AE595D4-31BF-8E75-3FC2-4809DB12DF6C}"/>
              </a:ext>
            </a:extLst>
          </p:cNvPr>
          <p:cNvSpPr/>
          <p:nvPr/>
        </p:nvSpPr>
        <p:spPr>
          <a:xfrm>
            <a:off x="2808152" y="143718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4AF1E54-E7AE-9BBF-3274-BD867D4D6268}"/>
              </a:ext>
            </a:extLst>
          </p:cNvPr>
          <p:cNvSpPr/>
          <p:nvPr/>
        </p:nvSpPr>
        <p:spPr>
          <a:xfrm>
            <a:off x="2808152" y="170630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0411764-CE4B-6CB3-3F2E-122F31559BE8}"/>
              </a:ext>
            </a:extLst>
          </p:cNvPr>
          <p:cNvSpPr/>
          <p:nvPr/>
        </p:nvSpPr>
        <p:spPr>
          <a:xfrm>
            <a:off x="2808151" y="197542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A737E28-C26F-A8F1-852A-C8879529B0DE}"/>
              </a:ext>
            </a:extLst>
          </p:cNvPr>
          <p:cNvSpPr/>
          <p:nvPr/>
        </p:nvSpPr>
        <p:spPr>
          <a:xfrm>
            <a:off x="2808150" y="224454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2317C17-4E03-6953-D9F9-CB5E9A542716}"/>
              </a:ext>
            </a:extLst>
          </p:cNvPr>
          <p:cNvSpPr/>
          <p:nvPr/>
        </p:nvSpPr>
        <p:spPr>
          <a:xfrm>
            <a:off x="2808153" y="358686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C202EF-FFF2-5474-A003-3F0A01C9F393}"/>
              </a:ext>
            </a:extLst>
          </p:cNvPr>
          <p:cNvSpPr/>
          <p:nvPr/>
        </p:nvSpPr>
        <p:spPr>
          <a:xfrm>
            <a:off x="2808153" y="385598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CE55D8E-AA51-5793-56A2-9F51BEE85A94}"/>
              </a:ext>
            </a:extLst>
          </p:cNvPr>
          <p:cNvSpPr/>
          <p:nvPr/>
        </p:nvSpPr>
        <p:spPr>
          <a:xfrm>
            <a:off x="2808152" y="412510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3EADF7B-599F-B817-E51C-391CC576E8C4}"/>
              </a:ext>
            </a:extLst>
          </p:cNvPr>
          <p:cNvSpPr/>
          <p:nvPr/>
        </p:nvSpPr>
        <p:spPr>
          <a:xfrm>
            <a:off x="2808151" y="439422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9678A4D-3724-7FCA-1633-A43704F9B3DB}"/>
              </a:ext>
            </a:extLst>
          </p:cNvPr>
          <p:cNvSpPr/>
          <p:nvPr/>
        </p:nvSpPr>
        <p:spPr>
          <a:xfrm>
            <a:off x="2808151" y="466334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72612C43-F621-C47B-32BB-D9FE38F46452}"/>
              </a:ext>
            </a:extLst>
          </p:cNvPr>
          <p:cNvSpPr/>
          <p:nvPr/>
        </p:nvSpPr>
        <p:spPr>
          <a:xfrm>
            <a:off x="2808150" y="3048621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4690D898-9D76-9351-E13B-2A435D6D1DE8}"/>
              </a:ext>
            </a:extLst>
          </p:cNvPr>
          <p:cNvSpPr/>
          <p:nvPr/>
        </p:nvSpPr>
        <p:spPr>
          <a:xfrm>
            <a:off x="2913611" y="313869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433325C-6E9B-5035-64D4-06B2EACEF019}"/>
              </a:ext>
            </a:extLst>
          </p:cNvPr>
          <p:cNvSpPr/>
          <p:nvPr/>
        </p:nvSpPr>
        <p:spPr>
          <a:xfrm>
            <a:off x="2913611" y="325678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483D99C-6342-8047-0740-BE69B750EC59}"/>
              </a:ext>
            </a:extLst>
          </p:cNvPr>
          <p:cNvSpPr/>
          <p:nvPr/>
        </p:nvSpPr>
        <p:spPr>
          <a:xfrm>
            <a:off x="2913611" y="339134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FBBA794B-0A52-CFF4-566B-ED12D7BAFF80}"/>
              </a:ext>
            </a:extLst>
          </p:cNvPr>
          <p:cNvSpPr/>
          <p:nvPr/>
        </p:nvSpPr>
        <p:spPr>
          <a:xfrm>
            <a:off x="1913828" y="952501"/>
            <a:ext cx="1496121" cy="41827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2887AD8-2BBB-5572-90C4-0EEE4442ADC9}"/>
              </a:ext>
            </a:extLst>
          </p:cNvPr>
          <p:cNvSpPr/>
          <p:nvPr/>
        </p:nvSpPr>
        <p:spPr>
          <a:xfrm>
            <a:off x="4466789" y="26512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975CD0D-288C-0222-8A2B-76944D91303D}"/>
              </a:ext>
            </a:extLst>
          </p:cNvPr>
          <p:cNvSpPr/>
          <p:nvPr/>
        </p:nvSpPr>
        <p:spPr>
          <a:xfrm>
            <a:off x="4466789" y="29203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A4DA261-70AB-3BD8-4F6D-4F9BA2FE6C5C}"/>
              </a:ext>
            </a:extLst>
          </p:cNvPr>
          <p:cNvSpPr/>
          <p:nvPr/>
        </p:nvSpPr>
        <p:spPr>
          <a:xfrm>
            <a:off x="4466788" y="31894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AA40F07-013C-8616-19EA-3967D7DD9AC6}"/>
              </a:ext>
            </a:extLst>
          </p:cNvPr>
          <p:cNvSpPr txBox="1"/>
          <p:nvPr/>
        </p:nvSpPr>
        <p:spPr>
          <a:xfrm>
            <a:off x="2190439" y="5229070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20 x 8</a:t>
            </a:r>
          </a:p>
          <a:p>
            <a:pPr algn="ctr"/>
            <a:r>
              <a:rPr lang="en-US" dirty="0"/>
              <a:t>K=5, P=2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D330489F-7F08-2DB2-352D-7CA39CA648D2}"/>
              </a:ext>
            </a:extLst>
          </p:cNvPr>
          <p:cNvSpPr/>
          <p:nvPr/>
        </p:nvSpPr>
        <p:spPr>
          <a:xfrm>
            <a:off x="4619189" y="28036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48D931D-E494-DCDF-0B59-A8A26A8DF2AF}"/>
              </a:ext>
            </a:extLst>
          </p:cNvPr>
          <p:cNvSpPr/>
          <p:nvPr/>
        </p:nvSpPr>
        <p:spPr>
          <a:xfrm>
            <a:off x="4619189" y="30727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08AF15E-A0C0-5BEE-01C2-0170A1DF24B1}"/>
              </a:ext>
            </a:extLst>
          </p:cNvPr>
          <p:cNvSpPr/>
          <p:nvPr/>
        </p:nvSpPr>
        <p:spPr>
          <a:xfrm>
            <a:off x="4619188" y="33418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DC8F25D9-ECA0-F209-7B31-DCA367D6A7E8}"/>
              </a:ext>
            </a:extLst>
          </p:cNvPr>
          <p:cNvSpPr/>
          <p:nvPr/>
        </p:nvSpPr>
        <p:spPr>
          <a:xfrm>
            <a:off x="5022232" y="290148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572E92B-DB7C-E6BA-D98B-912420B86485}"/>
              </a:ext>
            </a:extLst>
          </p:cNvPr>
          <p:cNvSpPr/>
          <p:nvPr/>
        </p:nvSpPr>
        <p:spPr>
          <a:xfrm>
            <a:off x="5022232" y="317060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88A4A0C-8F3D-72D2-7829-10F5AC254A13}"/>
              </a:ext>
            </a:extLst>
          </p:cNvPr>
          <p:cNvSpPr/>
          <p:nvPr/>
        </p:nvSpPr>
        <p:spPr>
          <a:xfrm>
            <a:off x="5022231" y="343972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C2B2D14B-CFAB-72E1-272F-850035885F41}"/>
              </a:ext>
            </a:extLst>
          </p:cNvPr>
          <p:cNvSpPr/>
          <p:nvPr/>
        </p:nvSpPr>
        <p:spPr>
          <a:xfrm>
            <a:off x="4175149" y="2151174"/>
            <a:ext cx="1371535" cy="17310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EF1DE2E-5E57-C24B-B8E0-B2E2BFD3ECB0}"/>
              </a:ext>
            </a:extLst>
          </p:cNvPr>
          <p:cNvSpPr/>
          <p:nvPr/>
        </p:nvSpPr>
        <p:spPr>
          <a:xfrm>
            <a:off x="2808150" y="251366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D438F31D-E881-AC18-2330-C44263DB2F34}"/>
              </a:ext>
            </a:extLst>
          </p:cNvPr>
          <p:cNvSpPr/>
          <p:nvPr/>
        </p:nvSpPr>
        <p:spPr>
          <a:xfrm>
            <a:off x="2724066" y="303838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EAED4C43-9E01-5F27-7185-7C590BDEB3B5}"/>
              </a:ext>
            </a:extLst>
          </p:cNvPr>
          <p:cNvSpPr/>
          <p:nvPr/>
        </p:nvSpPr>
        <p:spPr>
          <a:xfrm>
            <a:off x="2724066" y="315647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90F2B19F-204C-CC6C-2CF8-9619B3828D0D}"/>
              </a:ext>
            </a:extLst>
          </p:cNvPr>
          <p:cNvSpPr/>
          <p:nvPr/>
        </p:nvSpPr>
        <p:spPr>
          <a:xfrm>
            <a:off x="2724066" y="329103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5DBAB14F-D2C3-4311-83C4-09DBD8FCB2ED}"/>
              </a:ext>
            </a:extLst>
          </p:cNvPr>
          <p:cNvSpPr/>
          <p:nvPr/>
        </p:nvSpPr>
        <p:spPr>
          <a:xfrm>
            <a:off x="2270736" y="153754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1FFD3BA6-06C8-409F-2E7A-9623185A4465}"/>
              </a:ext>
            </a:extLst>
          </p:cNvPr>
          <p:cNvSpPr/>
          <p:nvPr/>
        </p:nvSpPr>
        <p:spPr>
          <a:xfrm>
            <a:off x="2270736" y="127050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B2D1ADB3-C672-5E57-3191-64D59107D75D}"/>
              </a:ext>
            </a:extLst>
          </p:cNvPr>
          <p:cNvSpPr/>
          <p:nvPr/>
        </p:nvSpPr>
        <p:spPr>
          <a:xfrm>
            <a:off x="2423136" y="168422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258D25AB-1FF9-9025-FF7C-4FD36F2CA8CA}"/>
              </a:ext>
            </a:extLst>
          </p:cNvPr>
          <p:cNvSpPr/>
          <p:nvPr/>
        </p:nvSpPr>
        <p:spPr>
          <a:xfrm>
            <a:off x="2423136" y="142222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50C5C9-43C1-9F78-FB17-09DEEB1E7CBF}"/>
              </a:ext>
            </a:extLst>
          </p:cNvPr>
          <p:cNvSpPr txBox="1"/>
          <p:nvPr/>
        </p:nvSpPr>
        <p:spPr>
          <a:xfrm>
            <a:off x="2673881" y="942975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x8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3D7E408-DD64-1BA0-E07C-C618E9A2BEDE}"/>
              </a:ext>
            </a:extLst>
          </p:cNvPr>
          <p:cNvCxnSpPr>
            <a:cxnSpLocks/>
          </p:cNvCxnSpPr>
          <p:nvPr/>
        </p:nvCxnSpPr>
        <p:spPr>
          <a:xfrm>
            <a:off x="2581937" y="1227429"/>
            <a:ext cx="493016" cy="12512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01DD8A0-D12B-25B7-298D-F9ED64831A7D}"/>
              </a:ext>
            </a:extLst>
          </p:cNvPr>
          <p:cNvSpPr/>
          <p:nvPr/>
        </p:nvSpPr>
        <p:spPr>
          <a:xfrm>
            <a:off x="5022232" y="263585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FE249DD0-0218-0E0B-F255-9F44BE00A78D}"/>
              </a:ext>
            </a:extLst>
          </p:cNvPr>
          <p:cNvSpPr/>
          <p:nvPr/>
        </p:nvSpPr>
        <p:spPr>
          <a:xfrm>
            <a:off x="4466785" y="2382089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35E0BE14-D860-46B6-4E58-0731C02A0F98}"/>
              </a:ext>
            </a:extLst>
          </p:cNvPr>
          <p:cNvSpPr/>
          <p:nvPr/>
        </p:nvSpPr>
        <p:spPr>
          <a:xfrm>
            <a:off x="4620189" y="25436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62481FB6-5C17-C51D-3A03-55BE02E4B164}"/>
              </a:ext>
            </a:extLst>
          </p:cNvPr>
          <p:cNvSpPr/>
          <p:nvPr/>
        </p:nvSpPr>
        <p:spPr>
          <a:xfrm>
            <a:off x="4934805" y="316599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F071A993-D69B-DE13-980C-0EA6F1F73327}"/>
              </a:ext>
            </a:extLst>
          </p:cNvPr>
          <p:cNvSpPr/>
          <p:nvPr/>
        </p:nvSpPr>
        <p:spPr>
          <a:xfrm>
            <a:off x="4934805" y="328407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B67953D0-07C1-ACEE-5F86-E3198E8DA2E6}"/>
              </a:ext>
            </a:extLst>
          </p:cNvPr>
          <p:cNvSpPr/>
          <p:nvPr/>
        </p:nvSpPr>
        <p:spPr>
          <a:xfrm>
            <a:off x="4934805" y="341863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B6CE27EB-446B-A0CB-AE4A-B649E29E67EA}"/>
              </a:ext>
            </a:extLst>
          </p:cNvPr>
          <p:cNvSpPr txBox="1"/>
          <p:nvPr/>
        </p:nvSpPr>
        <p:spPr>
          <a:xfrm>
            <a:off x="4896584" y="2119874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x8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4CEB2EA8-4C10-746A-AD74-F931FF726C90}"/>
              </a:ext>
            </a:extLst>
          </p:cNvPr>
          <p:cNvCxnSpPr>
            <a:cxnSpLocks/>
          </p:cNvCxnSpPr>
          <p:nvPr/>
        </p:nvCxnSpPr>
        <p:spPr>
          <a:xfrm>
            <a:off x="4822784" y="2382089"/>
            <a:ext cx="466245" cy="1917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3A82F556-C024-B8DA-A6F7-D827A5F7425F}"/>
              </a:ext>
            </a:extLst>
          </p:cNvPr>
          <p:cNvSpPr txBox="1"/>
          <p:nvPr/>
        </p:nvSpPr>
        <p:spPr>
          <a:xfrm>
            <a:off x="4304273" y="1640291"/>
            <a:ext cx="11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MaxPool4</a:t>
            </a: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0CC05356-6F1E-CCD2-55B6-ECA71B6DD5CD}"/>
              </a:ext>
            </a:extLst>
          </p:cNvPr>
          <p:cNvCxnSpPr>
            <a:cxnSpLocks/>
          </p:cNvCxnSpPr>
          <p:nvPr/>
        </p:nvCxnSpPr>
        <p:spPr>
          <a:xfrm>
            <a:off x="3074953" y="1437180"/>
            <a:ext cx="1391835" cy="957036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1D5B90B5-2B5E-0189-3B6D-1370F94D8D06}"/>
              </a:ext>
            </a:extLst>
          </p:cNvPr>
          <p:cNvCxnSpPr>
            <a:cxnSpLocks/>
          </p:cNvCxnSpPr>
          <p:nvPr/>
        </p:nvCxnSpPr>
        <p:spPr>
          <a:xfrm flipV="1">
            <a:off x="3074953" y="2648220"/>
            <a:ext cx="1391835" cy="13435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6387055-E4F8-D394-CDF7-301EA5F30679}"/>
              </a:ext>
            </a:extLst>
          </p:cNvPr>
          <p:cNvSpPr/>
          <p:nvPr/>
        </p:nvSpPr>
        <p:spPr>
          <a:xfrm>
            <a:off x="6413406" y="214343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777BBFA-5632-E947-492F-983678B11AC1}"/>
              </a:ext>
            </a:extLst>
          </p:cNvPr>
          <p:cNvSpPr txBox="1"/>
          <p:nvPr/>
        </p:nvSpPr>
        <p:spPr>
          <a:xfrm>
            <a:off x="6225592" y="110205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GAP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1654BCA-96F2-F038-F684-BFEBB4043B23}"/>
              </a:ext>
            </a:extLst>
          </p:cNvPr>
          <p:cNvSpPr txBox="1"/>
          <p:nvPr/>
        </p:nvSpPr>
        <p:spPr>
          <a:xfrm>
            <a:off x="6211164" y="4344115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x 1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6114483-86BE-8976-76EE-203B44C10000}"/>
              </a:ext>
            </a:extLst>
          </p:cNvPr>
          <p:cNvSpPr txBox="1"/>
          <p:nvPr/>
        </p:nvSpPr>
        <p:spPr>
          <a:xfrm>
            <a:off x="6362181" y="1557913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8A0E1C4-EA19-72E3-77FE-68D96ACFB709}"/>
              </a:ext>
            </a:extLst>
          </p:cNvPr>
          <p:cNvSpPr/>
          <p:nvPr/>
        </p:nvSpPr>
        <p:spPr>
          <a:xfrm>
            <a:off x="6413404" y="321970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6C9C10C1-B116-9968-CB89-A6F1B2C8ABDE}"/>
              </a:ext>
            </a:extLst>
          </p:cNvPr>
          <p:cNvSpPr/>
          <p:nvPr/>
        </p:nvSpPr>
        <p:spPr>
          <a:xfrm>
            <a:off x="6413406" y="348882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FC595800-AD40-506B-5881-573BB3B3128A}"/>
              </a:ext>
            </a:extLst>
          </p:cNvPr>
          <p:cNvSpPr/>
          <p:nvPr/>
        </p:nvSpPr>
        <p:spPr>
          <a:xfrm>
            <a:off x="6413406" y="1874316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ABC9AA3-C82B-1015-D1B7-FFB914C1133C}"/>
              </a:ext>
            </a:extLst>
          </p:cNvPr>
          <p:cNvSpPr/>
          <p:nvPr/>
        </p:nvSpPr>
        <p:spPr>
          <a:xfrm>
            <a:off x="6413405" y="241255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38AF8E4B-4B4A-97E4-B804-5F619D5EE28C}"/>
              </a:ext>
            </a:extLst>
          </p:cNvPr>
          <p:cNvSpPr/>
          <p:nvPr/>
        </p:nvSpPr>
        <p:spPr>
          <a:xfrm>
            <a:off x="6413404" y="268167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E5570A49-7A51-C7DD-55FB-B71231719F8A}"/>
              </a:ext>
            </a:extLst>
          </p:cNvPr>
          <p:cNvSpPr/>
          <p:nvPr/>
        </p:nvSpPr>
        <p:spPr>
          <a:xfrm>
            <a:off x="6413404" y="295079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584DF30D-50F5-0D70-72B6-2C595E55DAE0}"/>
              </a:ext>
            </a:extLst>
          </p:cNvPr>
          <p:cNvSpPr/>
          <p:nvPr/>
        </p:nvSpPr>
        <p:spPr>
          <a:xfrm>
            <a:off x="6413406" y="375794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Rectangle: Rounded Corners 195">
            <a:extLst>
              <a:ext uri="{FF2B5EF4-FFF2-40B4-BE49-F238E27FC236}">
                <a16:creationId xmlns:a16="http://schemas.microsoft.com/office/drawing/2014/main" id="{67382781-AC35-E400-43FA-5FC165F53140}"/>
              </a:ext>
            </a:extLst>
          </p:cNvPr>
          <p:cNvSpPr/>
          <p:nvPr/>
        </p:nvSpPr>
        <p:spPr>
          <a:xfrm>
            <a:off x="6198322" y="1466285"/>
            <a:ext cx="696024" cy="279606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310374B5-4E3F-63D8-9E27-A26B7618AA7C}"/>
              </a:ext>
            </a:extLst>
          </p:cNvPr>
          <p:cNvCxnSpPr>
            <a:cxnSpLocks/>
          </p:cNvCxnSpPr>
          <p:nvPr/>
        </p:nvCxnSpPr>
        <p:spPr>
          <a:xfrm flipV="1">
            <a:off x="5289034" y="1894717"/>
            <a:ext cx="1124372" cy="732651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B9990E8B-4568-A734-C35F-5CC8F0BED97E}"/>
              </a:ext>
            </a:extLst>
          </p:cNvPr>
          <p:cNvCxnSpPr>
            <a:cxnSpLocks/>
          </p:cNvCxnSpPr>
          <p:nvPr/>
        </p:nvCxnSpPr>
        <p:spPr>
          <a:xfrm flipV="1">
            <a:off x="5289034" y="2151174"/>
            <a:ext cx="1115745" cy="1557672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Rectangle 262">
            <a:extLst>
              <a:ext uri="{FF2B5EF4-FFF2-40B4-BE49-F238E27FC236}">
                <a16:creationId xmlns:a16="http://schemas.microsoft.com/office/drawing/2014/main" id="{D750D276-7D41-C6B3-6E13-6173B56432BD}"/>
              </a:ext>
            </a:extLst>
          </p:cNvPr>
          <p:cNvSpPr/>
          <p:nvPr/>
        </p:nvSpPr>
        <p:spPr>
          <a:xfrm>
            <a:off x="7827507" y="209100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0E21AB5-8C5F-D30A-4949-E9E8B4707F1D}"/>
              </a:ext>
            </a:extLst>
          </p:cNvPr>
          <p:cNvSpPr txBox="1"/>
          <p:nvPr/>
        </p:nvSpPr>
        <p:spPr>
          <a:xfrm>
            <a:off x="7593973" y="984676"/>
            <a:ext cx="1725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Fully-Connected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16EF7B8-2662-4FEB-79A4-92E1078214C3}"/>
              </a:ext>
            </a:extLst>
          </p:cNvPr>
          <p:cNvSpPr txBox="1"/>
          <p:nvPr/>
        </p:nvSpPr>
        <p:spPr>
          <a:xfrm>
            <a:off x="7776282" y="142088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AE49084D-D642-7DC7-C44C-28CBD37E4A5D}"/>
              </a:ext>
            </a:extLst>
          </p:cNvPr>
          <p:cNvSpPr/>
          <p:nvPr/>
        </p:nvSpPr>
        <p:spPr>
          <a:xfrm>
            <a:off x="7827507" y="1821886"/>
            <a:ext cx="266803" cy="269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8947091C-231F-96B9-3283-D5D61C064D3D}"/>
              </a:ext>
            </a:extLst>
          </p:cNvPr>
          <p:cNvSpPr/>
          <p:nvPr/>
        </p:nvSpPr>
        <p:spPr>
          <a:xfrm>
            <a:off x="7827506" y="236012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20B83D3-BB07-C19A-0342-9F51E0BE0D88}"/>
              </a:ext>
            </a:extLst>
          </p:cNvPr>
          <p:cNvSpPr/>
          <p:nvPr/>
        </p:nvSpPr>
        <p:spPr>
          <a:xfrm>
            <a:off x="7827505" y="2629246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ED7A82F0-5B39-7EF9-8F84-6AAB5BDFA117}"/>
              </a:ext>
            </a:extLst>
          </p:cNvPr>
          <p:cNvSpPr/>
          <p:nvPr/>
        </p:nvSpPr>
        <p:spPr>
          <a:xfrm>
            <a:off x="7827829" y="2898629"/>
            <a:ext cx="266803" cy="6756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A16A44B8-B767-4C18-4F77-1031AE9C9128}"/>
              </a:ext>
            </a:extLst>
          </p:cNvPr>
          <p:cNvSpPr/>
          <p:nvPr/>
        </p:nvSpPr>
        <p:spPr>
          <a:xfrm>
            <a:off x="7827829" y="357428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BB683AF-D077-1D65-CD81-B32C511A1502}"/>
              </a:ext>
            </a:extLst>
          </p:cNvPr>
          <p:cNvSpPr/>
          <p:nvPr/>
        </p:nvSpPr>
        <p:spPr>
          <a:xfrm>
            <a:off x="7827828" y="384340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FAC06669-7D9B-E578-007D-184E53E7DEEE}"/>
              </a:ext>
            </a:extLst>
          </p:cNvPr>
          <p:cNvSpPr/>
          <p:nvPr/>
        </p:nvSpPr>
        <p:spPr>
          <a:xfrm>
            <a:off x="7827828" y="41125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3AF3494C-D665-5AFE-BABA-FE529D17AC00}"/>
              </a:ext>
            </a:extLst>
          </p:cNvPr>
          <p:cNvSpPr/>
          <p:nvPr/>
        </p:nvSpPr>
        <p:spPr>
          <a:xfrm>
            <a:off x="7612423" y="1437179"/>
            <a:ext cx="1577297" cy="34952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9AA8AA51-F342-AA43-EDFD-1AB3E3ECEA69}"/>
              </a:ext>
            </a:extLst>
          </p:cNvPr>
          <p:cNvSpPr/>
          <p:nvPr/>
        </p:nvSpPr>
        <p:spPr>
          <a:xfrm>
            <a:off x="8694551" y="263585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38251D2A-6520-5F7B-2CBE-82333792CCE2}"/>
              </a:ext>
            </a:extLst>
          </p:cNvPr>
          <p:cNvSpPr/>
          <p:nvPr/>
        </p:nvSpPr>
        <p:spPr>
          <a:xfrm>
            <a:off x="8694551" y="290497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889185A8-C07D-F2CD-6F68-F05B0BCF849F}"/>
              </a:ext>
            </a:extLst>
          </p:cNvPr>
          <p:cNvSpPr/>
          <p:nvPr/>
        </p:nvSpPr>
        <p:spPr>
          <a:xfrm>
            <a:off x="8694550" y="317409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9AB3880A-1968-6FD2-4B74-0E6A3C35449A}"/>
              </a:ext>
            </a:extLst>
          </p:cNvPr>
          <p:cNvSpPr/>
          <p:nvPr/>
        </p:nvSpPr>
        <p:spPr>
          <a:xfrm>
            <a:off x="8694550" y="3443211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8EAB41F9-160C-591D-667E-9C184A9CF3D8}"/>
              </a:ext>
            </a:extLst>
          </p:cNvPr>
          <p:cNvSpPr/>
          <p:nvPr/>
        </p:nvSpPr>
        <p:spPr>
          <a:xfrm>
            <a:off x="7938355" y="307375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F0DB5014-05C0-5AD2-C0E0-BDAF0A3A4830}"/>
              </a:ext>
            </a:extLst>
          </p:cNvPr>
          <p:cNvSpPr/>
          <p:nvPr/>
        </p:nvSpPr>
        <p:spPr>
          <a:xfrm>
            <a:off x="7938355" y="3199416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23E131A7-72CE-FBB7-4DEC-9B5F8393AA97}"/>
              </a:ext>
            </a:extLst>
          </p:cNvPr>
          <p:cNvSpPr/>
          <p:nvPr/>
        </p:nvSpPr>
        <p:spPr>
          <a:xfrm>
            <a:off x="7938355" y="3326401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DB2E777-16B2-9A51-7FB7-FD5B471DE815}"/>
              </a:ext>
            </a:extLst>
          </p:cNvPr>
          <p:cNvCxnSpPr>
            <a:cxnSpLocks/>
            <a:stCxn id="268" idx="3"/>
            <a:endCxn id="282" idx="1"/>
          </p:cNvCxnSpPr>
          <p:nvPr/>
        </p:nvCxnSpPr>
        <p:spPr>
          <a:xfrm>
            <a:off x="8094310" y="1956446"/>
            <a:ext cx="600241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C6A65C92-3399-4DBB-7F7E-21EA1A973D70}"/>
              </a:ext>
            </a:extLst>
          </p:cNvPr>
          <p:cNvCxnSpPr>
            <a:cxnSpLocks/>
            <a:stCxn id="268" idx="3"/>
            <a:endCxn id="283" idx="1"/>
          </p:cNvCxnSpPr>
          <p:nvPr/>
        </p:nvCxnSpPr>
        <p:spPr>
          <a:xfrm>
            <a:off x="8094310" y="1956446"/>
            <a:ext cx="600241" cy="10830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82606999-5D3C-01F6-4676-01AB7FB2555F}"/>
              </a:ext>
            </a:extLst>
          </p:cNvPr>
          <p:cNvCxnSpPr>
            <a:cxnSpLocks/>
            <a:stCxn id="268" idx="3"/>
            <a:endCxn id="284" idx="1"/>
          </p:cNvCxnSpPr>
          <p:nvPr/>
        </p:nvCxnSpPr>
        <p:spPr>
          <a:xfrm>
            <a:off x="8094310" y="1956446"/>
            <a:ext cx="600240" cy="13522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CE3CDCAF-0C0A-5CA8-1A95-C6AB6A2149A1}"/>
              </a:ext>
            </a:extLst>
          </p:cNvPr>
          <p:cNvCxnSpPr>
            <a:cxnSpLocks/>
            <a:stCxn id="268" idx="3"/>
            <a:endCxn id="285" idx="1"/>
          </p:cNvCxnSpPr>
          <p:nvPr/>
        </p:nvCxnSpPr>
        <p:spPr>
          <a:xfrm>
            <a:off x="8094310" y="1956446"/>
            <a:ext cx="600240" cy="16213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79697E6F-BE31-0B66-F018-AACED2715BFC}"/>
              </a:ext>
            </a:extLst>
          </p:cNvPr>
          <p:cNvCxnSpPr>
            <a:cxnSpLocks/>
            <a:stCxn id="263" idx="3"/>
            <a:endCxn id="282" idx="1"/>
          </p:cNvCxnSpPr>
          <p:nvPr/>
        </p:nvCxnSpPr>
        <p:spPr>
          <a:xfrm>
            <a:off x="8094310" y="2225566"/>
            <a:ext cx="600241" cy="5448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814EB4F2-792E-815C-E3FC-9048D67664E6}"/>
              </a:ext>
            </a:extLst>
          </p:cNvPr>
          <p:cNvCxnSpPr>
            <a:cxnSpLocks/>
            <a:stCxn id="263" idx="3"/>
            <a:endCxn id="283" idx="1"/>
          </p:cNvCxnSpPr>
          <p:nvPr/>
        </p:nvCxnSpPr>
        <p:spPr>
          <a:xfrm>
            <a:off x="8094310" y="2225566"/>
            <a:ext cx="600241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4FD348E3-8973-5B73-CBE3-FE2B7DC5DAFC}"/>
              </a:ext>
            </a:extLst>
          </p:cNvPr>
          <p:cNvCxnSpPr>
            <a:cxnSpLocks/>
            <a:stCxn id="263" idx="3"/>
            <a:endCxn id="284" idx="1"/>
          </p:cNvCxnSpPr>
          <p:nvPr/>
        </p:nvCxnSpPr>
        <p:spPr>
          <a:xfrm>
            <a:off x="8094310" y="2225566"/>
            <a:ext cx="600240" cy="10830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4A82C290-5C2B-5681-C9A7-C796FC64BB18}"/>
              </a:ext>
            </a:extLst>
          </p:cNvPr>
          <p:cNvCxnSpPr>
            <a:cxnSpLocks/>
            <a:stCxn id="263" idx="3"/>
            <a:endCxn id="285" idx="1"/>
          </p:cNvCxnSpPr>
          <p:nvPr/>
        </p:nvCxnSpPr>
        <p:spPr>
          <a:xfrm>
            <a:off x="8094310" y="2225566"/>
            <a:ext cx="600240" cy="13522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32AD34B9-FD22-6B5B-9344-3522237BE72C}"/>
              </a:ext>
            </a:extLst>
          </p:cNvPr>
          <p:cNvCxnSpPr>
            <a:cxnSpLocks/>
            <a:stCxn id="269" idx="3"/>
            <a:endCxn id="282" idx="1"/>
          </p:cNvCxnSpPr>
          <p:nvPr/>
        </p:nvCxnSpPr>
        <p:spPr>
          <a:xfrm>
            <a:off x="8094309" y="2494686"/>
            <a:ext cx="600242" cy="2757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D0F81B9C-0758-46D6-FB05-727DCFBE1A38}"/>
              </a:ext>
            </a:extLst>
          </p:cNvPr>
          <p:cNvCxnSpPr>
            <a:cxnSpLocks/>
            <a:stCxn id="269" idx="3"/>
            <a:endCxn id="283" idx="1"/>
          </p:cNvCxnSpPr>
          <p:nvPr/>
        </p:nvCxnSpPr>
        <p:spPr>
          <a:xfrm>
            <a:off x="8094309" y="2494686"/>
            <a:ext cx="600242" cy="5448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747E8B31-4593-346A-A3F0-7C6CABF4F476}"/>
              </a:ext>
            </a:extLst>
          </p:cNvPr>
          <p:cNvCxnSpPr>
            <a:cxnSpLocks/>
            <a:stCxn id="269" idx="3"/>
            <a:endCxn id="284" idx="1"/>
          </p:cNvCxnSpPr>
          <p:nvPr/>
        </p:nvCxnSpPr>
        <p:spPr>
          <a:xfrm>
            <a:off x="8094309" y="2494686"/>
            <a:ext cx="600241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06402E43-80CD-9B81-4FC2-9E9EBA2FC2C0}"/>
              </a:ext>
            </a:extLst>
          </p:cNvPr>
          <p:cNvCxnSpPr>
            <a:cxnSpLocks/>
            <a:stCxn id="269" idx="3"/>
            <a:endCxn id="285" idx="1"/>
          </p:cNvCxnSpPr>
          <p:nvPr/>
        </p:nvCxnSpPr>
        <p:spPr>
          <a:xfrm>
            <a:off x="8094309" y="2494686"/>
            <a:ext cx="600241" cy="10830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1DD7781E-1EC9-B54A-164D-0A70AF5CDC77}"/>
              </a:ext>
            </a:extLst>
          </p:cNvPr>
          <p:cNvCxnSpPr>
            <a:cxnSpLocks/>
            <a:stCxn id="270" idx="3"/>
            <a:endCxn id="282" idx="1"/>
          </p:cNvCxnSpPr>
          <p:nvPr/>
        </p:nvCxnSpPr>
        <p:spPr>
          <a:xfrm>
            <a:off x="8094308" y="2763806"/>
            <a:ext cx="600243" cy="66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AD51C37-A249-68C2-4019-8A97D17E96F8}"/>
              </a:ext>
            </a:extLst>
          </p:cNvPr>
          <p:cNvCxnSpPr>
            <a:cxnSpLocks/>
            <a:stCxn id="270" idx="3"/>
            <a:endCxn id="283" idx="1"/>
          </p:cNvCxnSpPr>
          <p:nvPr/>
        </p:nvCxnSpPr>
        <p:spPr>
          <a:xfrm>
            <a:off x="8094308" y="2763806"/>
            <a:ext cx="600243" cy="2757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D8C16095-7FAE-A5F0-B4D1-C77738322705}"/>
              </a:ext>
            </a:extLst>
          </p:cNvPr>
          <p:cNvCxnSpPr>
            <a:cxnSpLocks/>
            <a:stCxn id="270" idx="3"/>
            <a:endCxn id="284" idx="1"/>
          </p:cNvCxnSpPr>
          <p:nvPr/>
        </p:nvCxnSpPr>
        <p:spPr>
          <a:xfrm>
            <a:off x="8094308" y="2763806"/>
            <a:ext cx="600242" cy="5448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FCF52BB1-72C7-DF1C-D3D0-CFF30DAD19B5}"/>
              </a:ext>
            </a:extLst>
          </p:cNvPr>
          <p:cNvCxnSpPr>
            <a:cxnSpLocks/>
            <a:stCxn id="270" idx="3"/>
            <a:endCxn id="285" idx="1"/>
          </p:cNvCxnSpPr>
          <p:nvPr/>
        </p:nvCxnSpPr>
        <p:spPr>
          <a:xfrm>
            <a:off x="8094308" y="2763806"/>
            <a:ext cx="600242" cy="8139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CB032BF9-C040-A696-C02A-893DB5831941}"/>
              </a:ext>
            </a:extLst>
          </p:cNvPr>
          <p:cNvCxnSpPr>
            <a:cxnSpLocks/>
            <a:stCxn id="276" idx="3"/>
            <a:endCxn id="282" idx="1"/>
          </p:cNvCxnSpPr>
          <p:nvPr/>
        </p:nvCxnSpPr>
        <p:spPr>
          <a:xfrm flipV="1">
            <a:off x="8094632" y="2770411"/>
            <a:ext cx="599919" cy="93843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AF7A4B42-A60C-4AFF-F184-E2D875BD1298}"/>
              </a:ext>
            </a:extLst>
          </p:cNvPr>
          <p:cNvCxnSpPr>
            <a:cxnSpLocks/>
            <a:stCxn id="276" idx="3"/>
            <a:endCxn id="283" idx="1"/>
          </p:cNvCxnSpPr>
          <p:nvPr/>
        </p:nvCxnSpPr>
        <p:spPr>
          <a:xfrm flipV="1">
            <a:off x="8094632" y="3039531"/>
            <a:ext cx="599919" cy="66931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1590D153-D2A6-C544-98CA-00520E70B866}"/>
              </a:ext>
            </a:extLst>
          </p:cNvPr>
          <p:cNvCxnSpPr>
            <a:cxnSpLocks/>
            <a:stCxn id="276" idx="3"/>
            <a:endCxn id="284" idx="1"/>
          </p:cNvCxnSpPr>
          <p:nvPr/>
        </p:nvCxnSpPr>
        <p:spPr>
          <a:xfrm flipV="1">
            <a:off x="8094632" y="3308651"/>
            <a:ext cx="599918" cy="40019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F348F5DE-C22B-44BD-0E5C-DB45E22462D5}"/>
              </a:ext>
            </a:extLst>
          </p:cNvPr>
          <p:cNvCxnSpPr>
            <a:cxnSpLocks/>
            <a:stCxn id="276" idx="3"/>
            <a:endCxn id="285" idx="1"/>
          </p:cNvCxnSpPr>
          <p:nvPr/>
        </p:nvCxnSpPr>
        <p:spPr>
          <a:xfrm flipV="1">
            <a:off x="8094632" y="3577771"/>
            <a:ext cx="599918" cy="13107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9638A77D-D515-B39A-CE03-8216E73714A9}"/>
              </a:ext>
            </a:extLst>
          </p:cNvPr>
          <p:cNvCxnSpPr>
            <a:cxnSpLocks/>
            <a:stCxn id="277" idx="3"/>
            <a:endCxn id="282" idx="1"/>
          </p:cNvCxnSpPr>
          <p:nvPr/>
        </p:nvCxnSpPr>
        <p:spPr>
          <a:xfrm flipV="1">
            <a:off x="8094631" y="2770411"/>
            <a:ext cx="599920" cy="120755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0A4B7A71-B780-D9B6-A7CE-8B4FA3B9D536}"/>
              </a:ext>
            </a:extLst>
          </p:cNvPr>
          <p:cNvCxnSpPr>
            <a:cxnSpLocks/>
            <a:stCxn id="277" idx="3"/>
            <a:endCxn id="283" idx="1"/>
          </p:cNvCxnSpPr>
          <p:nvPr/>
        </p:nvCxnSpPr>
        <p:spPr>
          <a:xfrm flipV="1">
            <a:off x="8094631" y="3039531"/>
            <a:ext cx="599920" cy="93843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FED2D9CF-3606-8432-7D9C-D57E8C36D7B1}"/>
              </a:ext>
            </a:extLst>
          </p:cNvPr>
          <p:cNvCxnSpPr>
            <a:cxnSpLocks/>
            <a:stCxn id="277" idx="3"/>
            <a:endCxn id="284" idx="1"/>
          </p:cNvCxnSpPr>
          <p:nvPr/>
        </p:nvCxnSpPr>
        <p:spPr>
          <a:xfrm flipV="1">
            <a:off x="8094631" y="3308651"/>
            <a:ext cx="599919" cy="66931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1BA1A2BF-582F-3DF3-BB31-C439E4763CA0}"/>
              </a:ext>
            </a:extLst>
          </p:cNvPr>
          <p:cNvCxnSpPr>
            <a:cxnSpLocks/>
            <a:stCxn id="277" idx="3"/>
            <a:endCxn id="285" idx="1"/>
          </p:cNvCxnSpPr>
          <p:nvPr/>
        </p:nvCxnSpPr>
        <p:spPr>
          <a:xfrm flipV="1">
            <a:off x="8094631" y="3577771"/>
            <a:ext cx="599919" cy="40019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F9EDE962-2EB2-DBB5-41AF-9011F279E7DF}"/>
              </a:ext>
            </a:extLst>
          </p:cNvPr>
          <p:cNvCxnSpPr>
            <a:cxnSpLocks/>
            <a:stCxn id="279" idx="3"/>
            <a:endCxn id="282" idx="1"/>
          </p:cNvCxnSpPr>
          <p:nvPr/>
        </p:nvCxnSpPr>
        <p:spPr>
          <a:xfrm flipV="1">
            <a:off x="8094631" y="2770411"/>
            <a:ext cx="599920" cy="147667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06DAD63D-E00B-7780-FD45-13D3E25AE869}"/>
              </a:ext>
            </a:extLst>
          </p:cNvPr>
          <p:cNvCxnSpPr>
            <a:cxnSpLocks/>
            <a:stCxn id="279" idx="3"/>
            <a:endCxn id="283" idx="1"/>
          </p:cNvCxnSpPr>
          <p:nvPr/>
        </p:nvCxnSpPr>
        <p:spPr>
          <a:xfrm flipV="1">
            <a:off x="8094631" y="3039531"/>
            <a:ext cx="599920" cy="120755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6755684E-40EB-BC88-2E4E-EEC1FE714BDD}"/>
              </a:ext>
            </a:extLst>
          </p:cNvPr>
          <p:cNvCxnSpPr>
            <a:cxnSpLocks/>
            <a:stCxn id="279" idx="3"/>
            <a:endCxn id="284" idx="1"/>
          </p:cNvCxnSpPr>
          <p:nvPr/>
        </p:nvCxnSpPr>
        <p:spPr>
          <a:xfrm flipV="1">
            <a:off x="8094631" y="3308651"/>
            <a:ext cx="599919" cy="93843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F3F041EE-9A77-AE14-8050-10FA8022FF5A}"/>
              </a:ext>
            </a:extLst>
          </p:cNvPr>
          <p:cNvCxnSpPr>
            <a:cxnSpLocks/>
            <a:stCxn id="279" idx="3"/>
            <a:endCxn id="285" idx="1"/>
          </p:cNvCxnSpPr>
          <p:nvPr/>
        </p:nvCxnSpPr>
        <p:spPr>
          <a:xfrm flipV="1">
            <a:off x="8094631" y="3577771"/>
            <a:ext cx="599919" cy="66931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Rectangle 378">
            <a:extLst>
              <a:ext uri="{FF2B5EF4-FFF2-40B4-BE49-F238E27FC236}">
                <a16:creationId xmlns:a16="http://schemas.microsoft.com/office/drawing/2014/main" id="{13E8328A-68FD-9CAD-1F64-3B05A7FB8273}"/>
              </a:ext>
            </a:extLst>
          </p:cNvPr>
          <p:cNvSpPr/>
          <p:nvPr/>
        </p:nvSpPr>
        <p:spPr>
          <a:xfrm>
            <a:off x="7827828" y="436408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A31C904D-32AE-3DC8-5843-587D56D4C1CD}"/>
              </a:ext>
            </a:extLst>
          </p:cNvPr>
          <p:cNvCxnSpPr>
            <a:cxnSpLocks/>
            <a:stCxn id="379" idx="3"/>
            <a:endCxn id="282" idx="1"/>
          </p:cNvCxnSpPr>
          <p:nvPr/>
        </p:nvCxnSpPr>
        <p:spPr>
          <a:xfrm flipV="1">
            <a:off x="8094631" y="2770411"/>
            <a:ext cx="599920" cy="172823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D24345D8-712A-EE6B-DFEB-FCAA35DF6A51}"/>
              </a:ext>
            </a:extLst>
          </p:cNvPr>
          <p:cNvCxnSpPr>
            <a:cxnSpLocks/>
            <a:stCxn id="379" idx="3"/>
            <a:endCxn id="283" idx="1"/>
          </p:cNvCxnSpPr>
          <p:nvPr/>
        </p:nvCxnSpPr>
        <p:spPr>
          <a:xfrm flipV="1">
            <a:off x="8094631" y="3039531"/>
            <a:ext cx="599920" cy="145911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28EC65D5-141B-945A-F188-DEDA272E497E}"/>
              </a:ext>
            </a:extLst>
          </p:cNvPr>
          <p:cNvCxnSpPr>
            <a:cxnSpLocks/>
            <a:stCxn id="379" idx="3"/>
            <a:endCxn id="284" idx="1"/>
          </p:cNvCxnSpPr>
          <p:nvPr/>
        </p:nvCxnSpPr>
        <p:spPr>
          <a:xfrm flipV="1">
            <a:off x="8094631" y="3308651"/>
            <a:ext cx="599919" cy="118999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FB29F368-24D5-65DE-3436-B817E8711BA5}"/>
              </a:ext>
            </a:extLst>
          </p:cNvPr>
          <p:cNvCxnSpPr>
            <a:cxnSpLocks/>
            <a:stCxn id="379" idx="3"/>
            <a:endCxn id="285" idx="1"/>
          </p:cNvCxnSpPr>
          <p:nvPr/>
        </p:nvCxnSpPr>
        <p:spPr>
          <a:xfrm flipV="1">
            <a:off x="8094631" y="3577771"/>
            <a:ext cx="599919" cy="92087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Rectangle 424">
            <a:extLst>
              <a:ext uri="{FF2B5EF4-FFF2-40B4-BE49-F238E27FC236}">
                <a16:creationId xmlns:a16="http://schemas.microsoft.com/office/drawing/2014/main" id="{EA73712A-835E-BBE2-2E8C-A2EF5B6C0243}"/>
              </a:ext>
            </a:extLst>
          </p:cNvPr>
          <p:cNvSpPr/>
          <p:nvPr/>
        </p:nvSpPr>
        <p:spPr>
          <a:xfrm>
            <a:off x="10049341" y="2059100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D23BE088-5D9B-8FB4-1A68-C652FF2E194D}"/>
              </a:ext>
            </a:extLst>
          </p:cNvPr>
          <p:cNvSpPr txBox="1"/>
          <p:nvPr/>
        </p:nvSpPr>
        <p:spPr>
          <a:xfrm>
            <a:off x="9815807" y="952770"/>
            <a:ext cx="1725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Fully-Connected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A01A1519-B35C-D50E-6012-59DB76C85936}"/>
              </a:ext>
            </a:extLst>
          </p:cNvPr>
          <p:cNvSpPr txBox="1"/>
          <p:nvPr/>
        </p:nvSpPr>
        <p:spPr>
          <a:xfrm>
            <a:off x="9998116" y="1388975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299D2FDB-C24D-94CE-5D42-7291C7AE7B6C}"/>
              </a:ext>
            </a:extLst>
          </p:cNvPr>
          <p:cNvSpPr/>
          <p:nvPr/>
        </p:nvSpPr>
        <p:spPr>
          <a:xfrm>
            <a:off x="10049341" y="1789980"/>
            <a:ext cx="266803" cy="269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18DB2997-8C0A-07AB-E4CC-5F995B46D533}"/>
              </a:ext>
            </a:extLst>
          </p:cNvPr>
          <p:cNvSpPr/>
          <p:nvPr/>
        </p:nvSpPr>
        <p:spPr>
          <a:xfrm>
            <a:off x="10049340" y="2328220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95146027-F4D7-D50A-BAD8-1872AD8E86AC}"/>
              </a:ext>
            </a:extLst>
          </p:cNvPr>
          <p:cNvSpPr/>
          <p:nvPr/>
        </p:nvSpPr>
        <p:spPr>
          <a:xfrm>
            <a:off x="10049339" y="2597340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EC89F522-B5BA-930B-DF7B-10BCC6AC1020}"/>
              </a:ext>
            </a:extLst>
          </p:cNvPr>
          <p:cNvSpPr/>
          <p:nvPr/>
        </p:nvSpPr>
        <p:spPr>
          <a:xfrm>
            <a:off x="10049469" y="286431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13B5577F-882F-94C8-400B-243CCF8187F2}"/>
              </a:ext>
            </a:extLst>
          </p:cNvPr>
          <p:cNvSpPr/>
          <p:nvPr/>
        </p:nvSpPr>
        <p:spPr>
          <a:xfrm>
            <a:off x="10049468" y="31334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D0920EB5-2559-DE55-D40A-D0D462094E89}"/>
              </a:ext>
            </a:extLst>
          </p:cNvPr>
          <p:cNvSpPr/>
          <p:nvPr/>
        </p:nvSpPr>
        <p:spPr>
          <a:xfrm>
            <a:off x="10049468" y="34025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5" name="Rectangle: Rounded Corners 434">
            <a:extLst>
              <a:ext uri="{FF2B5EF4-FFF2-40B4-BE49-F238E27FC236}">
                <a16:creationId xmlns:a16="http://schemas.microsoft.com/office/drawing/2014/main" id="{7C2DE0C0-6287-33C3-EEF3-F522B07C1533}"/>
              </a:ext>
            </a:extLst>
          </p:cNvPr>
          <p:cNvSpPr/>
          <p:nvPr/>
        </p:nvSpPr>
        <p:spPr>
          <a:xfrm>
            <a:off x="9834257" y="1405273"/>
            <a:ext cx="1577297" cy="28046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26D11B43-B0A8-16A0-144D-FEDC779DD921}"/>
              </a:ext>
            </a:extLst>
          </p:cNvPr>
          <p:cNvSpPr/>
          <p:nvPr/>
        </p:nvSpPr>
        <p:spPr>
          <a:xfrm>
            <a:off x="10847805" y="227453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B5BB8702-93AB-0025-363E-A9D32BFBE8E5}"/>
              </a:ext>
            </a:extLst>
          </p:cNvPr>
          <p:cNvSpPr/>
          <p:nvPr/>
        </p:nvSpPr>
        <p:spPr>
          <a:xfrm>
            <a:off x="10847805" y="254365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1F247D93-2896-0B44-FFAB-384F854EF985}"/>
              </a:ext>
            </a:extLst>
          </p:cNvPr>
          <p:cNvSpPr/>
          <p:nvPr/>
        </p:nvSpPr>
        <p:spPr>
          <a:xfrm>
            <a:off x="10847804" y="281277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96DB83E0-08C4-D8DE-6DDA-BA1FFA1FB0E3}"/>
              </a:ext>
            </a:extLst>
          </p:cNvPr>
          <p:cNvSpPr/>
          <p:nvPr/>
        </p:nvSpPr>
        <p:spPr>
          <a:xfrm>
            <a:off x="10847804" y="3081890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61D55B1C-5555-E819-032E-77642F459720}"/>
              </a:ext>
            </a:extLst>
          </p:cNvPr>
          <p:cNvCxnSpPr>
            <a:cxnSpLocks/>
            <a:stCxn id="428" idx="3"/>
            <a:endCxn id="436" idx="1"/>
          </p:cNvCxnSpPr>
          <p:nvPr/>
        </p:nvCxnSpPr>
        <p:spPr>
          <a:xfrm>
            <a:off x="10316144" y="1924540"/>
            <a:ext cx="531661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1B3AEF5C-7771-1360-E9FE-36CF501689B7}"/>
              </a:ext>
            </a:extLst>
          </p:cNvPr>
          <p:cNvCxnSpPr>
            <a:cxnSpLocks/>
            <a:stCxn id="428" idx="3"/>
            <a:endCxn id="437" idx="1"/>
          </p:cNvCxnSpPr>
          <p:nvPr/>
        </p:nvCxnSpPr>
        <p:spPr>
          <a:xfrm>
            <a:off x="10316144" y="1924540"/>
            <a:ext cx="531661" cy="75367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1B3C2E77-F1B3-FF80-D05A-9B156BC607F0}"/>
              </a:ext>
            </a:extLst>
          </p:cNvPr>
          <p:cNvCxnSpPr>
            <a:cxnSpLocks/>
            <a:stCxn id="428" idx="3"/>
            <a:endCxn id="438" idx="1"/>
          </p:cNvCxnSpPr>
          <p:nvPr/>
        </p:nvCxnSpPr>
        <p:spPr>
          <a:xfrm>
            <a:off x="10316144" y="1924540"/>
            <a:ext cx="531660" cy="10227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C2CD128C-0A49-5C54-B3EE-BFC804FE9379}"/>
              </a:ext>
            </a:extLst>
          </p:cNvPr>
          <p:cNvCxnSpPr>
            <a:cxnSpLocks/>
            <a:stCxn id="428" idx="3"/>
            <a:endCxn id="439" idx="1"/>
          </p:cNvCxnSpPr>
          <p:nvPr/>
        </p:nvCxnSpPr>
        <p:spPr>
          <a:xfrm>
            <a:off x="10316144" y="1924540"/>
            <a:ext cx="531660" cy="129191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8C947926-7E83-5FDD-4C9F-1A64EE7C7E4B}"/>
              </a:ext>
            </a:extLst>
          </p:cNvPr>
          <p:cNvCxnSpPr>
            <a:cxnSpLocks/>
            <a:stCxn id="425" idx="3"/>
            <a:endCxn id="436" idx="1"/>
          </p:cNvCxnSpPr>
          <p:nvPr/>
        </p:nvCxnSpPr>
        <p:spPr>
          <a:xfrm>
            <a:off x="10316144" y="2193660"/>
            <a:ext cx="531661" cy="21543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244B49BE-99EC-2093-081F-5DB90CF8B197}"/>
              </a:ext>
            </a:extLst>
          </p:cNvPr>
          <p:cNvCxnSpPr>
            <a:cxnSpLocks/>
            <a:stCxn id="425" idx="3"/>
            <a:endCxn id="437" idx="1"/>
          </p:cNvCxnSpPr>
          <p:nvPr/>
        </p:nvCxnSpPr>
        <p:spPr>
          <a:xfrm>
            <a:off x="10316144" y="2193660"/>
            <a:ext cx="531661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D11C4A5B-706D-C364-1DD1-6AD26D4CD162}"/>
              </a:ext>
            </a:extLst>
          </p:cNvPr>
          <p:cNvCxnSpPr>
            <a:cxnSpLocks/>
            <a:stCxn id="425" idx="3"/>
            <a:endCxn id="438" idx="1"/>
          </p:cNvCxnSpPr>
          <p:nvPr/>
        </p:nvCxnSpPr>
        <p:spPr>
          <a:xfrm>
            <a:off x="10316144" y="2193660"/>
            <a:ext cx="531660" cy="75367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AA32EA8E-F666-EE44-D7EA-DA9AA4C7FB38}"/>
              </a:ext>
            </a:extLst>
          </p:cNvPr>
          <p:cNvCxnSpPr>
            <a:cxnSpLocks/>
            <a:stCxn id="425" idx="3"/>
            <a:endCxn id="439" idx="1"/>
          </p:cNvCxnSpPr>
          <p:nvPr/>
        </p:nvCxnSpPr>
        <p:spPr>
          <a:xfrm>
            <a:off x="10316144" y="2193660"/>
            <a:ext cx="531660" cy="10227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3B7555E0-03E5-3029-A144-23F5F05D8DDC}"/>
              </a:ext>
            </a:extLst>
          </p:cNvPr>
          <p:cNvCxnSpPr>
            <a:cxnSpLocks/>
            <a:stCxn id="429" idx="3"/>
            <a:endCxn id="436" idx="1"/>
          </p:cNvCxnSpPr>
          <p:nvPr/>
        </p:nvCxnSpPr>
        <p:spPr>
          <a:xfrm flipV="1">
            <a:off x="10316143" y="2409090"/>
            <a:ext cx="531662" cy="536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1E8E755A-85AF-80A7-F84D-B961A9C48A09}"/>
              </a:ext>
            </a:extLst>
          </p:cNvPr>
          <p:cNvCxnSpPr>
            <a:cxnSpLocks/>
            <a:stCxn id="429" idx="3"/>
            <a:endCxn id="437" idx="1"/>
          </p:cNvCxnSpPr>
          <p:nvPr/>
        </p:nvCxnSpPr>
        <p:spPr>
          <a:xfrm>
            <a:off x="10316143" y="2462780"/>
            <a:ext cx="531662" cy="21543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960010FB-8FBC-A25F-3DD1-CAF3A42CA87E}"/>
              </a:ext>
            </a:extLst>
          </p:cNvPr>
          <p:cNvCxnSpPr>
            <a:cxnSpLocks/>
            <a:stCxn id="429" idx="3"/>
            <a:endCxn id="438" idx="1"/>
          </p:cNvCxnSpPr>
          <p:nvPr/>
        </p:nvCxnSpPr>
        <p:spPr>
          <a:xfrm>
            <a:off x="10316143" y="2462780"/>
            <a:ext cx="531661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BB680F01-5DE2-1342-1A57-A914C8971363}"/>
              </a:ext>
            </a:extLst>
          </p:cNvPr>
          <p:cNvCxnSpPr>
            <a:cxnSpLocks/>
            <a:stCxn id="429" idx="3"/>
            <a:endCxn id="439" idx="1"/>
          </p:cNvCxnSpPr>
          <p:nvPr/>
        </p:nvCxnSpPr>
        <p:spPr>
          <a:xfrm>
            <a:off x="10316143" y="2462780"/>
            <a:ext cx="531661" cy="75367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996FCD58-1187-071E-9DFF-98C9D56B261A}"/>
              </a:ext>
            </a:extLst>
          </p:cNvPr>
          <p:cNvCxnSpPr>
            <a:cxnSpLocks/>
            <a:stCxn id="430" idx="3"/>
            <a:endCxn id="436" idx="1"/>
          </p:cNvCxnSpPr>
          <p:nvPr/>
        </p:nvCxnSpPr>
        <p:spPr>
          <a:xfrm flipV="1">
            <a:off x="10316142" y="2409090"/>
            <a:ext cx="531663" cy="32281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E54AD178-0287-099C-9E80-DD1DC931EC73}"/>
              </a:ext>
            </a:extLst>
          </p:cNvPr>
          <p:cNvCxnSpPr>
            <a:cxnSpLocks/>
            <a:stCxn id="430" idx="3"/>
            <a:endCxn id="437" idx="1"/>
          </p:cNvCxnSpPr>
          <p:nvPr/>
        </p:nvCxnSpPr>
        <p:spPr>
          <a:xfrm flipV="1">
            <a:off x="10316142" y="2678210"/>
            <a:ext cx="531663" cy="5369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AFFC78C8-BF01-B027-F17A-32F520D50DF6}"/>
              </a:ext>
            </a:extLst>
          </p:cNvPr>
          <p:cNvCxnSpPr>
            <a:cxnSpLocks/>
            <a:stCxn id="430" idx="3"/>
            <a:endCxn id="438" idx="1"/>
          </p:cNvCxnSpPr>
          <p:nvPr/>
        </p:nvCxnSpPr>
        <p:spPr>
          <a:xfrm>
            <a:off x="10316142" y="2731900"/>
            <a:ext cx="531662" cy="21543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53F0AD13-45C8-8FD9-5BFB-9C665875FB03}"/>
              </a:ext>
            </a:extLst>
          </p:cNvPr>
          <p:cNvCxnSpPr>
            <a:cxnSpLocks/>
            <a:stCxn id="430" idx="3"/>
            <a:endCxn id="439" idx="1"/>
          </p:cNvCxnSpPr>
          <p:nvPr/>
        </p:nvCxnSpPr>
        <p:spPr>
          <a:xfrm>
            <a:off x="10316142" y="2731900"/>
            <a:ext cx="531662" cy="484550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E5DE3230-0D46-B5A4-7CA4-CC2AC8AEBC9E}"/>
              </a:ext>
            </a:extLst>
          </p:cNvPr>
          <p:cNvCxnSpPr>
            <a:cxnSpLocks/>
            <a:stCxn id="432" idx="3"/>
            <a:endCxn id="436" idx="1"/>
          </p:cNvCxnSpPr>
          <p:nvPr/>
        </p:nvCxnSpPr>
        <p:spPr>
          <a:xfrm flipV="1">
            <a:off x="10316272" y="2409090"/>
            <a:ext cx="531533" cy="5897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C2FAFB9F-0FC5-0897-9478-EE11232D5CAE}"/>
              </a:ext>
            </a:extLst>
          </p:cNvPr>
          <p:cNvCxnSpPr>
            <a:cxnSpLocks/>
            <a:stCxn id="432" idx="3"/>
            <a:endCxn id="437" idx="1"/>
          </p:cNvCxnSpPr>
          <p:nvPr/>
        </p:nvCxnSpPr>
        <p:spPr>
          <a:xfrm flipV="1">
            <a:off x="10316272" y="2678210"/>
            <a:ext cx="531533" cy="3206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06FC64F6-8CCF-BD95-3271-4618DA0C4176}"/>
              </a:ext>
            </a:extLst>
          </p:cNvPr>
          <p:cNvCxnSpPr>
            <a:cxnSpLocks/>
            <a:stCxn id="432" idx="3"/>
            <a:endCxn id="438" idx="1"/>
          </p:cNvCxnSpPr>
          <p:nvPr/>
        </p:nvCxnSpPr>
        <p:spPr>
          <a:xfrm flipV="1">
            <a:off x="10316272" y="2947330"/>
            <a:ext cx="531532" cy="515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6D60003-4F04-19FB-BC2D-F2E123792D3D}"/>
              </a:ext>
            </a:extLst>
          </p:cNvPr>
          <p:cNvCxnSpPr>
            <a:cxnSpLocks/>
            <a:stCxn id="432" idx="3"/>
            <a:endCxn id="439" idx="1"/>
          </p:cNvCxnSpPr>
          <p:nvPr/>
        </p:nvCxnSpPr>
        <p:spPr>
          <a:xfrm>
            <a:off x="10316272" y="2998875"/>
            <a:ext cx="531532" cy="21757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CFDABB80-2B5C-490A-4CF9-CBB30BF881C8}"/>
              </a:ext>
            </a:extLst>
          </p:cNvPr>
          <p:cNvCxnSpPr>
            <a:cxnSpLocks/>
            <a:stCxn id="433" idx="3"/>
            <a:endCxn id="436" idx="1"/>
          </p:cNvCxnSpPr>
          <p:nvPr/>
        </p:nvCxnSpPr>
        <p:spPr>
          <a:xfrm flipV="1">
            <a:off x="10316271" y="2409090"/>
            <a:ext cx="531534" cy="8589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98555806-F2F7-AE29-10E4-0B782EB36818}"/>
              </a:ext>
            </a:extLst>
          </p:cNvPr>
          <p:cNvCxnSpPr>
            <a:cxnSpLocks/>
            <a:stCxn id="433" idx="3"/>
            <a:endCxn id="437" idx="1"/>
          </p:cNvCxnSpPr>
          <p:nvPr/>
        </p:nvCxnSpPr>
        <p:spPr>
          <a:xfrm flipV="1">
            <a:off x="10316271" y="2678210"/>
            <a:ext cx="531534" cy="5897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F6673638-6F84-AF86-EFC6-CEF7CC17FECE}"/>
              </a:ext>
            </a:extLst>
          </p:cNvPr>
          <p:cNvCxnSpPr>
            <a:cxnSpLocks/>
            <a:stCxn id="433" idx="3"/>
            <a:endCxn id="438" idx="1"/>
          </p:cNvCxnSpPr>
          <p:nvPr/>
        </p:nvCxnSpPr>
        <p:spPr>
          <a:xfrm flipV="1">
            <a:off x="10316271" y="2947330"/>
            <a:ext cx="531533" cy="3206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6CEBAEFF-B11B-5AED-7A13-6B0232D04E69}"/>
              </a:ext>
            </a:extLst>
          </p:cNvPr>
          <p:cNvCxnSpPr>
            <a:cxnSpLocks/>
            <a:stCxn id="433" idx="3"/>
            <a:endCxn id="439" idx="1"/>
          </p:cNvCxnSpPr>
          <p:nvPr/>
        </p:nvCxnSpPr>
        <p:spPr>
          <a:xfrm flipV="1">
            <a:off x="10316271" y="3216450"/>
            <a:ext cx="531533" cy="5154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E099CDC6-8FB5-CAD2-FC88-8FA840F4EDE2}"/>
              </a:ext>
            </a:extLst>
          </p:cNvPr>
          <p:cNvCxnSpPr>
            <a:cxnSpLocks/>
            <a:stCxn id="434" idx="3"/>
            <a:endCxn id="436" idx="1"/>
          </p:cNvCxnSpPr>
          <p:nvPr/>
        </p:nvCxnSpPr>
        <p:spPr>
          <a:xfrm flipV="1">
            <a:off x="10316271" y="2409090"/>
            <a:ext cx="531534" cy="112802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EF505C8F-59AD-6D9F-8AD2-1BA17D43F97F}"/>
              </a:ext>
            </a:extLst>
          </p:cNvPr>
          <p:cNvCxnSpPr>
            <a:cxnSpLocks/>
            <a:stCxn id="434" idx="3"/>
            <a:endCxn id="437" idx="1"/>
          </p:cNvCxnSpPr>
          <p:nvPr/>
        </p:nvCxnSpPr>
        <p:spPr>
          <a:xfrm flipV="1">
            <a:off x="10316271" y="2678210"/>
            <a:ext cx="531534" cy="85890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B5DE3B9A-7FEF-60C3-E561-A94AA4ACDE20}"/>
              </a:ext>
            </a:extLst>
          </p:cNvPr>
          <p:cNvCxnSpPr>
            <a:cxnSpLocks/>
            <a:stCxn id="434" idx="3"/>
            <a:endCxn id="438" idx="1"/>
          </p:cNvCxnSpPr>
          <p:nvPr/>
        </p:nvCxnSpPr>
        <p:spPr>
          <a:xfrm flipV="1">
            <a:off x="10316271" y="2947330"/>
            <a:ext cx="531533" cy="58978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D3088F1F-C275-86BF-A5EA-3F01CE70D3EB}"/>
              </a:ext>
            </a:extLst>
          </p:cNvPr>
          <p:cNvCxnSpPr>
            <a:cxnSpLocks/>
            <a:stCxn id="434" idx="3"/>
            <a:endCxn id="439" idx="1"/>
          </p:cNvCxnSpPr>
          <p:nvPr/>
        </p:nvCxnSpPr>
        <p:spPr>
          <a:xfrm flipV="1">
            <a:off x="10316271" y="3216450"/>
            <a:ext cx="531533" cy="320665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Rectangle 470">
            <a:extLst>
              <a:ext uri="{FF2B5EF4-FFF2-40B4-BE49-F238E27FC236}">
                <a16:creationId xmlns:a16="http://schemas.microsoft.com/office/drawing/2014/main" id="{ED9A8D54-685E-776B-A46E-A4D90CBC0325}"/>
              </a:ext>
            </a:extLst>
          </p:cNvPr>
          <p:cNvSpPr/>
          <p:nvPr/>
        </p:nvSpPr>
        <p:spPr>
          <a:xfrm>
            <a:off x="10049468" y="365411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3E94D2C0-93A7-D6E8-1EB9-27FF599722C7}"/>
              </a:ext>
            </a:extLst>
          </p:cNvPr>
          <p:cNvCxnSpPr>
            <a:cxnSpLocks/>
            <a:stCxn id="471" idx="3"/>
            <a:endCxn id="436" idx="1"/>
          </p:cNvCxnSpPr>
          <p:nvPr/>
        </p:nvCxnSpPr>
        <p:spPr>
          <a:xfrm flipV="1">
            <a:off x="10316271" y="2409090"/>
            <a:ext cx="531534" cy="137958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C4CA75FC-87A3-2BC1-E000-5AEC83D16F70}"/>
              </a:ext>
            </a:extLst>
          </p:cNvPr>
          <p:cNvCxnSpPr>
            <a:cxnSpLocks/>
            <a:stCxn id="471" idx="3"/>
            <a:endCxn id="437" idx="1"/>
          </p:cNvCxnSpPr>
          <p:nvPr/>
        </p:nvCxnSpPr>
        <p:spPr>
          <a:xfrm flipV="1">
            <a:off x="10316271" y="2678210"/>
            <a:ext cx="531534" cy="111046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20455DA8-1C0F-E513-7FE8-4214F21EB3A7}"/>
              </a:ext>
            </a:extLst>
          </p:cNvPr>
          <p:cNvCxnSpPr>
            <a:cxnSpLocks/>
            <a:stCxn id="471" idx="3"/>
            <a:endCxn id="438" idx="1"/>
          </p:cNvCxnSpPr>
          <p:nvPr/>
        </p:nvCxnSpPr>
        <p:spPr>
          <a:xfrm flipV="1">
            <a:off x="10316271" y="2947330"/>
            <a:ext cx="531533" cy="84134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93C2CC89-04E4-C337-077A-2D52B53B466A}"/>
              </a:ext>
            </a:extLst>
          </p:cNvPr>
          <p:cNvCxnSpPr>
            <a:cxnSpLocks/>
            <a:stCxn id="471" idx="3"/>
            <a:endCxn id="439" idx="1"/>
          </p:cNvCxnSpPr>
          <p:nvPr/>
        </p:nvCxnSpPr>
        <p:spPr>
          <a:xfrm flipV="1">
            <a:off x="10316271" y="3216450"/>
            <a:ext cx="531533" cy="572224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733F2161-33E6-20D9-FD5F-784FFAD54BA2}"/>
              </a:ext>
            </a:extLst>
          </p:cNvPr>
          <p:cNvSpPr txBox="1"/>
          <p:nvPr/>
        </p:nvSpPr>
        <p:spPr>
          <a:xfrm>
            <a:off x="10577236" y="1792927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76254E6C-2263-3DEB-EDFF-A4CC533923A9}"/>
              </a:ext>
            </a:extLst>
          </p:cNvPr>
          <p:cNvSpPr txBox="1"/>
          <p:nvPr/>
        </p:nvSpPr>
        <p:spPr>
          <a:xfrm>
            <a:off x="8367436" y="212250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55542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8426-99C1-E8BD-6C74-99C40FD6E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C89109-E550-94E9-EEB6-C23243AEC2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436" y="1314607"/>
            <a:ext cx="4747671" cy="3970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08C8BA-72E3-EA62-0891-DCDB8D9A7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787" y="365125"/>
            <a:ext cx="4244708" cy="2103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C0767D-0C0C-AF16-5E62-135D9A55C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01" y="2244875"/>
            <a:ext cx="3292125" cy="2362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0CDBFA-9EB9-CEBF-BF86-F3F48BC57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263" y="1529810"/>
            <a:ext cx="4511431" cy="40160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01BA50-9BDA-1899-A8D8-A1DE32A34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306" y="913804"/>
            <a:ext cx="4320914" cy="2827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AE055F-2BFD-9D45-9470-BC8D3B31CC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9674" y="3834422"/>
            <a:ext cx="4099915" cy="24843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26DD28-BD2E-D3C8-E8E0-8C77C96937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7479" y="1343104"/>
            <a:ext cx="4801016" cy="43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0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28F24-4BDE-CED8-F946-7C14B765F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DDC1557-291E-BA95-E414-581BEC1FED44}"/>
              </a:ext>
            </a:extLst>
          </p:cNvPr>
          <p:cNvSpPr/>
          <p:nvPr/>
        </p:nvSpPr>
        <p:spPr>
          <a:xfrm>
            <a:off x="8635264" y="128136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A13F1C2-346F-B27F-630F-BF811609BDB5}"/>
              </a:ext>
            </a:extLst>
          </p:cNvPr>
          <p:cNvSpPr/>
          <p:nvPr/>
        </p:nvSpPr>
        <p:spPr>
          <a:xfrm>
            <a:off x="10366127" y="128136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A23E1C3-67C8-C1E6-8E4B-C0CC795E441D}"/>
              </a:ext>
            </a:extLst>
          </p:cNvPr>
          <p:cNvSpPr/>
          <p:nvPr/>
        </p:nvSpPr>
        <p:spPr>
          <a:xfrm>
            <a:off x="3390542" y="2486297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D72A1-2E38-F814-5688-A4E0401D7BC2}"/>
              </a:ext>
            </a:extLst>
          </p:cNvPr>
          <p:cNvSpPr/>
          <p:nvPr/>
        </p:nvSpPr>
        <p:spPr>
          <a:xfrm>
            <a:off x="759255" y="14390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D8FDE-877D-9583-7EED-6FC638C2C6A3}"/>
              </a:ext>
            </a:extLst>
          </p:cNvPr>
          <p:cNvSpPr/>
          <p:nvPr/>
        </p:nvSpPr>
        <p:spPr>
          <a:xfrm>
            <a:off x="759255" y="17082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898C6-0A3F-3772-FB71-B74480EA1A3A}"/>
              </a:ext>
            </a:extLst>
          </p:cNvPr>
          <p:cNvSpPr/>
          <p:nvPr/>
        </p:nvSpPr>
        <p:spPr>
          <a:xfrm>
            <a:off x="759254" y="19773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CF1BF7-FE58-B813-7F11-6B6F2BA3888D}"/>
              </a:ext>
            </a:extLst>
          </p:cNvPr>
          <p:cNvSpPr/>
          <p:nvPr/>
        </p:nvSpPr>
        <p:spPr>
          <a:xfrm>
            <a:off x="759253" y="22464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339BB8-FAA1-BF6A-C622-B32477BF8C95}"/>
              </a:ext>
            </a:extLst>
          </p:cNvPr>
          <p:cNvSpPr/>
          <p:nvPr/>
        </p:nvSpPr>
        <p:spPr>
          <a:xfrm>
            <a:off x="759253" y="25155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A421C-2D3A-CCC8-135A-80DFA37BEE57}"/>
              </a:ext>
            </a:extLst>
          </p:cNvPr>
          <p:cNvSpPr/>
          <p:nvPr/>
        </p:nvSpPr>
        <p:spPr>
          <a:xfrm>
            <a:off x="759252" y="27846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EC170-CBC3-D9F8-6171-6E9EC26BB059}"/>
              </a:ext>
            </a:extLst>
          </p:cNvPr>
          <p:cNvSpPr/>
          <p:nvPr/>
        </p:nvSpPr>
        <p:spPr>
          <a:xfrm>
            <a:off x="759252" y="35920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E4A5A3-7720-6069-A819-01FB5E0D7B9D}"/>
              </a:ext>
            </a:extLst>
          </p:cNvPr>
          <p:cNvSpPr/>
          <p:nvPr/>
        </p:nvSpPr>
        <p:spPr>
          <a:xfrm>
            <a:off x="759252" y="386116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018B7E-5BD1-FD67-DF02-60909C1C38AC}"/>
              </a:ext>
            </a:extLst>
          </p:cNvPr>
          <p:cNvSpPr/>
          <p:nvPr/>
        </p:nvSpPr>
        <p:spPr>
          <a:xfrm>
            <a:off x="759251" y="413028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93AEB3-8312-06FD-21DD-1A7E7D6D1856}"/>
              </a:ext>
            </a:extLst>
          </p:cNvPr>
          <p:cNvSpPr/>
          <p:nvPr/>
        </p:nvSpPr>
        <p:spPr>
          <a:xfrm>
            <a:off x="759250" y="439940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3DBFEB-E69F-D811-F5EC-9870B256F09C}"/>
              </a:ext>
            </a:extLst>
          </p:cNvPr>
          <p:cNvSpPr/>
          <p:nvPr/>
        </p:nvSpPr>
        <p:spPr>
          <a:xfrm>
            <a:off x="759250" y="466852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F38476-201C-AC46-D51C-3EBC7EAA3EA6}"/>
              </a:ext>
            </a:extLst>
          </p:cNvPr>
          <p:cNvSpPr/>
          <p:nvPr/>
        </p:nvSpPr>
        <p:spPr>
          <a:xfrm>
            <a:off x="759249" y="4937642"/>
            <a:ext cx="266803" cy="2691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F9B57-75DD-E7EA-8174-EC0463034707}"/>
              </a:ext>
            </a:extLst>
          </p:cNvPr>
          <p:cNvSpPr/>
          <p:nvPr/>
        </p:nvSpPr>
        <p:spPr>
          <a:xfrm>
            <a:off x="1627735" y="2919242"/>
            <a:ext cx="266803" cy="5382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53414B-F71B-7C5A-9E1C-BCD4BB12D5EB}"/>
              </a:ext>
            </a:extLst>
          </p:cNvPr>
          <p:cNvSpPr txBox="1"/>
          <p:nvPr/>
        </p:nvSpPr>
        <p:spPr>
          <a:xfrm>
            <a:off x="10178313" y="23998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69ADDA-7134-297E-7A70-61D20A0AB0F3}"/>
              </a:ext>
            </a:extLst>
          </p:cNvPr>
          <p:cNvSpPr txBox="1"/>
          <p:nvPr/>
        </p:nvSpPr>
        <p:spPr>
          <a:xfrm>
            <a:off x="10105377" y="5579125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 x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D032CD-6D77-BD91-26C0-4A0C348C64F6}"/>
              </a:ext>
            </a:extLst>
          </p:cNvPr>
          <p:cNvSpPr/>
          <p:nvPr/>
        </p:nvSpPr>
        <p:spPr>
          <a:xfrm>
            <a:off x="2853134" y="149463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793F11-E75F-6F31-857B-641F105DC7CA}"/>
              </a:ext>
            </a:extLst>
          </p:cNvPr>
          <p:cNvSpPr/>
          <p:nvPr/>
        </p:nvSpPr>
        <p:spPr>
          <a:xfrm>
            <a:off x="2853134" y="176375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E446A2-59B0-7FEF-9284-24C704501845}"/>
              </a:ext>
            </a:extLst>
          </p:cNvPr>
          <p:cNvSpPr/>
          <p:nvPr/>
        </p:nvSpPr>
        <p:spPr>
          <a:xfrm>
            <a:off x="2853133" y="203287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1C9259-3920-CF22-7E4E-476981115CD9}"/>
              </a:ext>
            </a:extLst>
          </p:cNvPr>
          <p:cNvSpPr/>
          <p:nvPr/>
        </p:nvSpPr>
        <p:spPr>
          <a:xfrm>
            <a:off x="2853127" y="28371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B7251F-4958-9C36-AFEE-9B9164A933BE}"/>
              </a:ext>
            </a:extLst>
          </p:cNvPr>
          <p:cNvSpPr/>
          <p:nvPr/>
        </p:nvSpPr>
        <p:spPr>
          <a:xfrm>
            <a:off x="2853127" y="31062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99E7F5-3F41-402D-ABA2-6DEE4280EE42}"/>
              </a:ext>
            </a:extLst>
          </p:cNvPr>
          <p:cNvSpPr/>
          <p:nvPr/>
        </p:nvSpPr>
        <p:spPr>
          <a:xfrm>
            <a:off x="2853126" y="33753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1A29F3-342D-F1FE-9239-D5F415EBE593}"/>
              </a:ext>
            </a:extLst>
          </p:cNvPr>
          <p:cNvSpPr/>
          <p:nvPr/>
        </p:nvSpPr>
        <p:spPr>
          <a:xfrm>
            <a:off x="2853125" y="36445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F9C469-0B94-43C0-9F0B-33E4E2AFEC04}"/>
              </a:ext>
            </a:extLst>
          </p:cNvPr>
          <p:cNvSpPr/>
          <p:nvPr/>
        </p:nvSpPr>
        <p:spPr>
          <a:xfrm>
            <a:off x="2853125" y="39136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692C99-E21A-A60A-A865-EDA8E7413000}"/>
              </a:ext>
            </a:extLst>
          </p:cNvPr>
          <p:cNvSpPr/>
          <p:nvPr/>
        </p:nvSpPr>
        <p:spPr>
          <a:xfrm>
            <a:off x="2853124" y="41827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B7DF69-C1CC-88FE-1610-4090732193E4}"/>
              </a:ext>
            </a:extLst>
          </p:cNvPr>
          <p:cNvSpPr/>
          <p:nvPr/>
        </p:nvSpPr>
        <p:spPr>
          <a:xfrm>
            <a:off x="2853124" y="2298756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22BE2D2-8803-5784-AF3B-561638F387B5}"/>
              </a:ext>
            </a:extLst>
          </p:cNvPr>
          <p:cNvSpPr/>
          <p:nvPr/>
        </p:nvSpPr>
        <p:spPr>
          <a:xfrm>
            <a:off x="2958585" y="238899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6ECA061-4D47-AA9D-613C-3C6EC40484FB}"/>
              </a:ext>
            </a:extLst>
          </p:cNvPr>
          <p:cNvSpPr/>
          <p:nvPr/>
        </p:nvSpPr>
        <p:spPr>
          <a:xfrm>
            <a:off x="2958585" y="250707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AC727A5-6FC8-A26A-F42D-118AE146AB4D}"/>
              </a:ext>
            </a:extLst>
          </p:cNvPr>
          <p:cNvSpPr/>
          <p:nvPr/>
        </p:nvSpPr>
        <p:spPr>
          <a:xfrm>
            <a:off x="2958585" y="264163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D35C36-A5A6-96CC-FB89-DC55F84E7C2F}"/>
              </a:ext>
            </a:extLst>
          </p:cNvPr>
          <p:cNvSpPr txBox="1"/>
          <p:nvPr/>
        </p:nvSpPr>
        <p:spPr>
          <a:xfrm>
            <a:off x="2531321" y="239982"/>
            <a:ext cx="148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Conv4 + </a:t>
            </a:r>
            <a:r>
              <a:rPr lang="en-US" b="1" dirty="0" err="1"/>
              <a:t>ReLU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5FE023-09EE-479A-31A6-ACCEC74ECA13}"/>
              </a:ext>
            </a:extLst>
          </p:cNvPr>
          <p:cNvSpPr txBox="1"/>
          <p:nvPr/>
        </p:nvSpPr>
        <p:spPr>
          <a:xfrm>
            <a:off x="4983314" y="3738379"/>
            <a:ext cx="9701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 x 16</a:t>
            </a:r>
          </a:p>
          <a:p>
            <a:pPr algn="ctr"/>
            <a:r>
              <a:rPr lang="en-US" dirty="0"/>
              <a:t>Stride=5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D50435-BB52-346A-2C29-DEFA8A65DB10}"/>
              </a:ext>
            </a:extLst>
          </p:cNvPr>
          <p:cNvSpPr/>
          <p:nvPr/>
        </p:nvSpPr>
        <p:spPr>
          <a:xfrm>
            <a:off x="3005534" y="164703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83EF817-96A3-4F63-4C58-091F3E53CE92}"/>
              </a:ext>
            </a:extLst>
          </p:cNvPr>
          <p:cNvSpPr/>
          <p:nvPr/>
        </p:nvSpPr>
        <p:spPr>
          <a:xfrm>
            <a:off x="3005534" y="191615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AF4D59D-280F-11AC-273E-74C99532D193}"/>
              </a:ext>
            </a:extLst>
          </p:cNvPr>
          <p:cNvSpPr/>
          <p:nvPr/>
        </p:nvSpPr>
        <p:spPr>
          <a:xfrm>
            <a:off x="3005533" y="218527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3A8664E-55C7-368D-9368-BE83A8A4643C}"/>
              </a:ext>
            </a:extLst>
          </p:cNvPr>
          <p:cNvSpPr/>
          <p:nvPr/>
        </p:nvSpPr>
        <p:spPr>
          <a:xfrm>
            <a:off x="3005527" y="29895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41850D1-4933-8BD4-7E97-C2399977CEB3}"/>
              </a:ext>
            </a:extLst>
          </p:cNvPr>
          <p:cNvSpPr/>
          <p:nvPr/>
        </p:nvSpPr>
        <p:spPr>
          <a:xfrm>
            <a:off x="3005527" y="325867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5AEE193-5E57-CF99-8C2E-0AB87DBADE8C}"/>
              </a:ext>
            </a:extLst>
          </p:cNvPr>
          <p:cNvSpPr/>
          <p:nvPr/>
        </p:nvSpPr>
        <p:spPr>
          <a:xfrm>
            <a:off x="3005526" y="352779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B772E31-18A3-6222-2268-BE43A3C75969}"/>
              </a:ext>
            </a:extLst>
          </p:cNvPr>
          <p:cNvSpPr/>
          <p:nvPr/>
        </p:nvSpPr>
        <p:spPr>
          <a:xfrm>
            <a:off x="3005525" y="379691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7C283B5-19DD-EA3A-7440-DE7421FBB490}"/>
              </a:ext>
            </a:extLst>
          </p:cNvPr>
          <p:cNvSpPr/>
          <p:nvPr/>
        </p:nvSpPr>
        <p:spPr>
          <a:xfrm>
            <a:off x="3005525" y="406603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AB8A35E-5A65-C75C-A56C-AB01FCB54CDA}"/>
              </a:ext>
            </a:extLst>
          </p:cNvPr>
          <p:cNvSpPr/>
          <p:nvPr/>
        </p:nvSpPr>
        <p:spPr>
          <a:xfrm>
            <a:off x="3005524" y="4335159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47BF01B-1CFB-F40E-269D-A95EB6ABBEC8}"/>
              </a:ext>
            </a:extLst>
          </p:cNvPr>
          <p:cNvSpPr/>
          <p:nvPr/>
        </p:nvSpPr>
        <p:spPr>
          <a:xfrm>
            <a:off x="3005524" y="2449972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8ED912FE-1E6F-882D-0AB3-B582DF7E18FC}"/>
              </a:ext>
            </a:extLst>
          </p:cNvPr>
          <p:cNvSpPr/>
          <p:nvPr/>
        </p:nvSpPr>
        <p:spPr>
          <a:xfrm>
            <a:off x="3110985" y="254139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BA6728A-274D-FAFE-266F-87A69DE4245F}"/>
              </a:ext>
            </a:extLst>
          </p:cNvPr>
          <p:cNvSpPr/>
          <p:nvPr/>
        </p:nvSpPr>
        <p:spPr>
          <a:xfrm>
            <a:off x="3110985" y="265947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999DA39-3EC1-3BF1-97AD-613CB4EEF4F2}"/>
              </a:ext>
            </a:extLst>
          </p:cNvPr>
          <p:cNvSpPr/>
          <p:nvPr/>
        </p:nvSpPr>
        <p:spPr>
          <a:xfrm>
            <a:off x="3110985" y="279403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C688CBB-AA21-72A2-FF04-953905DACE79}"/>
              </a:ext>
            </a:extLst>
          </p:cNvPr>
          <p:cNvSpPr/>
          <p:nvPr/>
        </p:nvSpPr>
        <p:spPr>
          <a:xfrm>
            <a:off x="3390544" y="1140904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4F1734B-4CF8-2BD3-B621-59157C5E7F02}"/>
              </a:ext>
            </a:extLst>
          </p:cNvPr>
          <p:cNvSpPr/>
          <p:nvPr/>
        </p:nvSpPr>
        <p:spPr>
          <a:xfrm>
            <a:off x="3390544" y="1410024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5645DB2-9422-430E-0038-F74BBF213D3A}"/>
              </a:ext>
            </a:extLst>
          </p:cNvPr>
          <p:cNvSpPr/>
          <p:nvPr/>
        </p:nvSpPr>
        <p:spPr>
          <a:xfrm>
            <a:off x="3390543" y="1679144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13D84BB-DA06-6229-106E-795BA1E9AA28}"/>
              </a:ext>
            </a:extLst>
          </p:cNvPr>
          <p:cNvSpPr/>
          <p:nvPr/>
        </p:nvSpPr>
        <p:spPr>
          <a:xfrm>
            <a:off x="3390542" y="1948264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0AB1FE9-6DF2-974E-C86C-5950234F4D23}"/>
              </a:ext>
            </a:extLst>
          </p:cNvPr>
          <p:cNvSpPr/>
          <p:nvPr/>
        </p:nvSpPr>
        <p:spPr>
          <a:xfrm>
            <a:off x="3390545" y="329058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2B3F9FA-9406-F5B4-3FC4-7D1B4F8EAE7B}"/>
              </a:ext>
            </a:extLst>
          </p:cNvPr>
          <p:cNvSpPr/>
          <p:nvPr/>
        </p:nvSpPr>
        <p:spPr>
          <a:xfrm>
            <a:off x="3390545" y="355970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3ECE821-E53E-960F-D242-1D759F40DCD6}"/>
              </a:ext>
            </a:extLst>
          </p:cNvPr>
          <p:cNvSpPr/>
          <p:nvPr/>
        </p:nvSpPr>
        <p:spPr>
          <a:xfrm>
            <a:off x="3390544" y="382882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330679C-7171-1798-96CE-293B3242411F}"/>
              </a:ext>
            </a:extLst>
          </p:cNvPr>
          <p:cNvSpPr/>
          <p:nvPr/>
        </p:nvSpPr>
        <p:spPr>
          <a:xfrm>
            <a:off x="3390543" y="409794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FADEE32-DF16-352F-D944-7B9DED7D20B5}"/>
              </a:ext>
            </a:extLst>
          </p:cNvPr>
          <p:cNvSpPr/>
          <p:nvPr/>
        </p:nvSpPr>
        <p:spPr>
          <a:xfrm>
            <a:off x="3390543" y="436706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60B63B1-5C11-D6B3-481B-A6E7BD8EEB6E}"/>
              </a:ext>
            </a:extLst>
          </p:cNvPr>
          <p:cNvSpPr/>
          <p:nvPr/>
        </p:nvSpPr>
        <p:spPr>
          <a:xfrm>
            <a:off x="3390542" y="2752345"/>
            <a:ext cx="266803" cy="5382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70C26D34-BC6E-7790-15AB-F189102C126D}"/>
              </a:ext>
            </a:extLst>
          </p:cNvPr>
          <p:cNvSpPr/>
          <p:nvPr/>
        </p:nvSpPr>
        <p:spPr>
          <a:xfrm>
            <a:off x="3496003" y="284241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34B02E8B-DEFB-CAD5-FB10-6FDFEA522F5F}"/>
              </a:ext>
            </a:extLst>
          </p:cNvPr>
          <p:cNvSpPr/>
          <p:nvPr/>
        </p:nvSpPr>
        <p:spPr>
          <a:xfrm>
            <a:off x="3496003" y="296050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D31CDE3D-E034-8870-88B3-312DB21089FC}"/>
              </a:ext>
            </a:extLst>
          </p:cNvPr>
          <p:cNvSpPr/>
          <p:nvPr/>
        </p:nvSpPr>
        <p:spPr>
          <a:xfrm>
            <a:off x="3496003" y="3095065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06A08FEA-4195-C095-58F5-E1EAB68B04CF}"/>
              </a:ext>
            </a:extLst>
          </p:cNvPr>
          <p:cNvSpPr/>
          <p:nvPr/>
        </p:nvSpPr>
        <p:spPr>
          <a:xfrm>
            <a:off x="2496220" y="656225"/>
            <a:ext cx="1496121" cy="418274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3900FB9-97E7-819A-43EE-3DE1C070E620}"/>
              </a:ext>
            </a:extLst>
          </p:cNvPr>
          <p:cNvSpPr/>
          <p:nvPr/>
        </p:nvSpPr>
        <p:spPr>
          <a:xfrm>
            <a:off x="5049181" y="235493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F0F4181B-6EA2-8892-CC87-6CB16277A664}"/>
              </a:ext>
            </a:extLst>
          </p:cNvPr>
          <p:cNvSpPr/>
          <p:nvPr/>
        </p:nvSpPr>
        <p:spPr>
          <a:xfrm>
            <a:off x="5049181" y="262405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9C5CFACE-95E4-84F3-4D67-D80BDFE4FD4D}"/>
              </a:ext>
            </a:extLst>
          </p:cNvPr>
          <p:cNvSpPr/>
          <p:nvPr/>
        </p:nvSpPr>
        <p:spPr>
          <a:xfrm>
            <a:off x="5049180" y="28931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A41D835-26D8-1773-3729-19A40294873A}"/>
              </a:ext>
            </a:extLst>
          </p:cNvPr>
          <p:cNvSpPr txBox="1"/>
          <p:nvPr/>
        </p:nvSpPr>
        <p:spPr>
          <a:xfrm>
            <a:off x="2772831" y="4932794"/>
            <a:ext cx="998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20 x 16</a:t>
            </a:r>
          </a:p>
          <a:p>
            <a:pPr algn="ctr"/>
            <a:r>
              <a:rPr lang="en-US" dirty="0"/>
              <a:t>K=5, P=2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9B1E330-819F-6A53-0379-1D5BE44CBC32}"/>
              </a:ext>
            </a:extLst>
          </p:cNvPr>
          <p:cNvSpPr/>
          <p:nvPr/>
        </p:nvSpPr>
        <p:spPr>
          <a:xfrm>
            <a:off x="5201581" y="250733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A79550E-6924-92FB-26C8-A7124300249E}"/>
              </a:ext>
            </a:extLst>
          </p:cNvPr>
          <p:cNvSpPr/>
          <p:nvPr/>
        </p:nvSpPr>
        <p:spPr>
          <a:xfrm>
            <a:off x="5201581" y="277645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EE923D9-FB34-60D4-E085-D12DA6974D33}"/>
              </a:ext>
            </a:extLst>
          </p:cNvPr>
          <p:cNvSpPr/>
          <p:nvPr/>
        </p:nvSpPr>
        <p:spPr>
          <a:xfrm>
            <a:off x="5201580" y="3045573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F092872-158C-12DE-EAC1-D276A32C8E32}"/>
              </a:ext>
            </a:extLst>
          </p:cNvPr>
          <p:cNvSpPr/>
          <p:nvPr/>
        </p:nvSpPr>
        <p:spPr>
          <a:xfrm>
            <a:off x="5604624" y="260521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0F93009-EC58-C5F9-173B-5E5A4D0C7C06}"/>
              </a:ext>
            </a:extLst>
          </p:cNvPr>
          <p:cNvSpPr/>
          <p:nvPr/>
        </p:nvSpPr>
        <p:spPr>
          <a:xfrm>
            <a:off x="5604624" y="287433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171A0FC-D85C-1F06-7D72-F8F83A7197C1}"/>
              </a:ext>
            </a:extLst>
          </p:cNvPr>
          <p:cNvSpPr/>
          <p:nvPr/>
        </p:nvSpPr>
        <p:spPr>
          <a:xfrm>
            <a:off x="5604623" y="3143450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Rectangle: Rounded Corners 217">
            <a:extLst>
              <a:ext uri="{FF2B5EF4-FFF2-40B4-BE49-F238E27FC236}">
                <a16:creationId xmlns:a16="http://schemas.microsoft.com/office/drawing/2014/main" id="{933053B4-D4AC-F63A-C25C-336A36972089}"/>
              </a:ext>
            </a:extLst>
          </p:cNvPr>
          <p:cNvSpPr/>
          <p:nvPr/>
        </p:nvSpPr>
        <p:spPr>
          <a:xfrm>
            <a:off x="4757541" y="1854898"/>
            <a:ext cx="1371535" cy="173108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C476557-ECB3-E535-2B56-9E3C61461535}"/>
              </a:ext>
            </a:extLst>
          </p:cNvPr>
          <p:cNvSpPr/>
          <p:nvPr/>
        </p:nvSpPr>
        <p:spPr>
          <a:xfrm>
            <a:off x="3390542" y="2217384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1C34DDB0-3D95-95B7-C4AB-2FAC7B365629}"/>
              </a:ext>
            </a:extLst>
          </p:cNvPr>
          <p:cNvSpPr/>
          <p:nvPr/>
        </p:nvSpPr>
        <p:spPr>
          <a:xfrm>
            <a:off x="3306458" y="274211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F957C44B-A220-E999-9F0D-E80D359EB35C}"/>
              </a:ext>
            </a:extLst>
          </p:cNvPr>
          <p:cNvSpPr/>
          <p:nvPr/>
        </p:nvSpPr>
        <p:spPr>
          <a:xfrm>
            <a:off x="3306458" y="286019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A13FB5D7-928A-3863-EF0F-43792E1CA421}"/>
              </a:ext>
            </a:extLst>
          </p:cNvPr>
          <p:cNvSpPr/>
          <p:nvPr/>
        </p:nvSpPr>
        <p:spPr>
          <a:xfrm>
            <a:off x="3306458" y="2994759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232412-6FA3-9278-145F-2A0A60E3E8C2}"/>
              </a:ext>
            </a:extLst>
          </p:cNvPr>
          <p:cNvSpPr/>
          <p:nvPr/>
        </p:nvSpPr>
        <p:spPr>
          <a:xfrm>
            <a:off x="2853128" y="1241272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94B8A107-C7AF-EFA8-5908-16E0829FEFDE}"/>
              </a:ext>
            </a:extLst>
          </p:cNvPr>
          <p:cNvSpPr/>
          <p:nvPr/>
        </p:nvSpPr>
        <p:spPr>
          <a:xfrm>
            <a:off x="2853128" y="97423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96319B26-71A3-7245-9BEE-578C8A54F7CB}"/>
              </a:ext>
            </a:extLst>
          </p:cNvPr>
          <p:cNvSpPr/>
          <p:nvPr/>
        </p:nvSpPr>
        <p:spPr>
          <a:xfrm>
            <a:off x="3005528" y="1387951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04BD058F-8A59-B582-7CE9-2EF9FED7BE59}"/>
              </a:ext>
            </a:extLst>
          </p:cNvPr>
          <p:cNvSpPr/>
          <p:nvPr/>
        </p:nvSpPr>
        <p:spPr>
          <a:xfrm>
            <a:off x="3005528" y="1125948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8B9102-EC7D-0382-F284-7F170036D1DF}"/>
              </a:ext>
            </a:extLst>
          </p:cNvPr>
          <p:cNvSpPr txBox="1"/>
          <p:nvPr/>
        </p:nvSpPr>
        <p:spPr>
          <a:xfrm>
            <a:off x="3256273" y="64669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4FBA0E7-F062-9559-8AE4-A17A4C348A86}"/>
              </a:ext>
            </a:extLst>
          </p:cNvPr>
          <p:cNvSpPr txBox="1"/>
          <p:nvPr/>
        </p:nvSpPr>
        <p:spPr>
          <a:xfrm>
            <a:off x="10314902" y="69583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F26D26-C963-FD02-2197-2126CA42E217}"/>
              </a:ext>
            </a:extLst>
          </p:cNvPr>
          <p:cNvSpPr/>
          <p:nvPr/>
        </p:nvSpPr>
        <p:spPr>
          <a:xfrm>
            <a:off x="10366125" y="23576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4D86D6D-812A-5C5E-64AB-DD8A77882488}"/>
              </a:ext>
            </a:extLst>
          </p:cNvPr>
          <p:cNvSpPr/>
          <p:nvPr/>
        </p:nvSpPr>
        <p:spPr>
          <a:xfrm>
            <a:off x="10366127" y="26267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F226DF-A89A-F99B-F452-7B8C44226DEC}"/>
              </a:ext>
            </a:extLst>
          </p:cNvPr>
          <p:cNvSpPr/>
          <p:nvPr/>
        </p:nvSpPr>
        <p:spPr>
          <a:xfrm>
            <a:off x="10366127" y="1012242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BF330D4-5378-0DC6-A689-0909ACA90A87}"/>
              </a:ext>
            </a:extLst>
          </p:cNvPr>
          <p:cNvSpPr/>
          <p:nvPr/>
        </p:nvSpPr>
        <p:spPr>
          <a:xfrm>
            <a:off x="10366126" y="155048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976153C-1481-B92C-BFEB-6C4EECCC1780}"/>
              </a:ext>
            </a:extLst>
          </p:cNvPr>
          <p:cNvSpPr/>
          <p:nvPr/>
        </p:nvSpPr>
        <p:spPr>
          <a:xfrm>
            <a:off x="10366125" y="181960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D81A1A-8B95-4876-3A8D-FEC37B0F838E}"/>
              </a:ext>
            </a:extLst>
          </p:cNvPr>
          <p:cNvSpPr/>
          <p:nvPr/>
        </p:nvSpPr>
        <p:spPr>
          <a:xfrm>
            <a:off x="10366132" y="316499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CD7A684-BD18-7A2F-88F9-BA5E69EF1441}"/>
              </a:ext>
            </a:extLst>
          </p:cNvPr>
          <p:cNvSpPr/>
          <p:nvPr/>
        </p:nvSpPr>
        <p:spPr>
          <a:xfrm>
            <a:off x="10366451" y="34342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3288692-0264-8A9B-894F-F1478948FFEE}"/>
              </a:ext>
            </a:extLst>
          </p:cNvPr>
          <p:cNvSpPr/>
          <p:nvPr/>
        </p:nvSpPr>
        <p:spPr>
          <a:xfrm>
            <a:off x="10366451" y="370334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0766CB4-CC3E-130D-38F4-F5D88637A471}"/>
              </a:ext>
            </a:extLst>
          </p:cNvPr>
          <p:cNvSpPr/>
          <p:nvPr/>
        </p:nvSpPr>
        <p:spPr>
          <a:xfrm>
            <a:off x="10366450" y="397246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FA2947E-4AFD-6513-497E-2833C08EAA39}"/>
              </a:ext>
            </a:extLst>
          </p:cNvPr>
          <p:cNvSpPr/>
          <p:nvPr/>
        </p:nvSpPr>
        <p:spPr>
          <a:xfrm>
            <a:off x="10366449" y="424158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5C8E97B-B72F-A918-A17E-0791F5D11D09}"/>
              </a:ext>
            </a:extLst>
          </p:cNvPr>
          <p:cNvSpPr/>
          <p:nvPr/>
        </p:nvSpPr>
        <p:spPr>
          <a:xfrm>
            <a:off x="10366449" y="451070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05FBAA-9B25-E9AB-DE79-4D6450A23DF2}"/>
              </a:ext>
            </a:extLst>
          </p:cNvPr>
          <p:cNvSpPr/>
          <p:nvPr/>
        </p:nvSpPr>
        <p:spPr>
          <a:xfrm>
            <a:off x="10366448" y="47798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A24521A-8989-4D1C-AA55-EDA9476E4101}"/>
              </a:ext>
            </a:extLst>
          </p:cNvPr>
          <p:cNvSpPr/>
          <p:nvPr/>
        </p:nvSpPr>
        <p:spPr>
          <a:xfrm>
            <a:off x="10366125" y="208872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EEFCCDA-CB63-B801-0EFA-22F6981E3439}"/>
              </a:ext>
            </a:extLst>
          </p:cNvPr>
          <p:cNvSpPr/>
          <p:nvPr/>
        </p:nvSpPr>
        <p:spPr>
          <a:xfrm>
            <a:off x="10366448" y="504894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D2580A7-F30A-8A71-5131-B078EF5D02AD}"/>
              </a:ext>
            </a:extLst>
          </p:cNvPr>
          <p:cNvSpPr/>
          <p:nvPr/>
        </p:nvSpPr>
        <p:spPr>
          <a:xfrm>
            <a:off x="10366127" y="289587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8857ADE-B3A0-79EE-9C82-1D62B574D30E}"/>
              </a:ext>
            </a:extLst>
          </p:cNvPr>
          <p:cNvCxnSpPr>
            <a:cxnSpLocks/>
          </p:cNvCxnSpPr>
          <p:nvPr/>
        </p:nvCxnSpPr>
        <p:spPr>
          <a:xfrm>
            <a:off x="3164329" y="931153"/>
            <a:ext cx="493016" cy="12512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Graphic 102" descr="Line arrow Straight">
            <a:extLst>
              <a:ext uri="{FF2B5EF4-FFF2-40B4-BE49-F238E27FC236}">
                <a16:creationId xmlns:a16="http://schemas.microsoft.com/office/drawing/2014/main" id="{5D8F0A9B-0BEA-3B06-C7E1-BC122D447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812608" y="1304522"/>
            <a:ext cx="269120" cy="269120"/>
          </a:xfrm>
          <a:prstGeom prst="rect">
            <a:avLst/>
          </a:prstGeom>
        </p:spPr>
      </p:pic>
      <p:sp>
        <p:nvSpPr>
          <p:cNvPr id="226" name="Rectangle: Rounded Corners 225">
            <a:extLst>
              <a:ext uri="{FF2B5EF4-FFF2-40B4-BE49-F238E27FC236}">
                <a16:creationId xmlns:a16="http://schemas.microsoft.com/office/drawing/2014/main" id="{026E4A7D-CC90-CB26-31CB-EA5291457B1C}"/>
              </a:ext>
            </a:extLst>
          </p:cNvPr>
          <p:cNvSpPr/>
          <p:nvPr/>
        </p:nvSpPr>
        <p:spPr>
          <a:xfrm>
            <a:off x="10151043" y="604211"/>
            <a:ext cx="696024" cy="48991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D384490-EB32-BAF4-B5AB-957B21E2B9C2}"/>
              </a:ext>
            </a:extLst>
          </p:cNvPr>
          <p:cNvSpPr/>
          <p:nvPr/>
        </p:nvSpPr>
        <p:spPr>
          <a:xfrm>
            <a:off x="5604624" y="2339575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C4396141-9CD5-FC21-0DD3-A8ED1BCE41FA}"/>
              </a:ext>
            </a:extLst>
          </p:cNvPr>
          <p:cNvSpPr/>
          <p:nvPr/>
        </p:nvSpPr>
        <p:spPr>
          <a:xfrm>
            <a:off x="5049177" y="2085813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8E5FD6C6-1DAE-3038-47C2-46D5EA00027C}"/>
              </a:ext>
            </a:extLst>
          </p:cNvPr>
          <p:cNvSpPr/>
          <p:nvPr/>
        </p:nvSpPr>
        <p:spPr>
          <a:xfrm>
            <a:off x="5202581" y="2247374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EA5F3A61-4E02-1937-FFC8-3B94686F5C1C}"/>
              </a:ext>
            </a:extLst>
          </p:cNvPr>
          <p:cNvSpPr/>
          <p:nvPr/>
        </p:nvSpPr>
        <p:spPr>
          <a:xfrm>
            <a:off x="5517197" y="2869717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713E653B-B681-9DE9-23EF-350DD04A8B5D}"/>
              </a:ext>
            </a:extLst>
          </p:cNvPr>
          <p:cNvSpPr/>
          <p:nvPr/>
        </p:nvSpPr>
        <p:spPr>
          <a:xfrm>
            <a:off x="5517197" y="298780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450F70D4-D5A8-D5C0-E5B3-A250B4266B64}"/>
              </a:ext>
            </a:extLst>
          </p:cNvPr>
          <p:cNvSpPr/>
          <p:nvPr/>
        </p:nvSpPr>
        <p:spPr>
          <a:xfrm>
            <a:off x="5517197" y="3122363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23073730-1310-B60C-40AA-3E7940C2EC35}"/>
              </a:ext>
            </a:extLst>
          </p:cNvPr>
          <p:cNvSpPr txBox="1"/>
          <p:nvPr/>
        </p:nvSpPr>
        <p:spPr>
          <a:xfrm>
            <a:off x="5478976" y="182359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x16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05541252-A04C-C748-0B4B-B54CD6068872}"/>
              </a:ext>
            </a:extLst>
          </p:cNvPr>
          <p:cNvCxnSpPr>
            <a:cxnSpLocks/>
          </p:cNvCxnSpPr>
          <p:nvPr/>
        </p:nvCxnSpPr>
        <p:spPr>
          <a:xfrm>
            <a:off x="5405176" y="2085813"/>
            <a:ext cx="466245" cy="191724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9F7576B7-F891-FA58-842E-F2747C7A2C39}"/>
              </a:ext>
            </a:extLst>
          </p:cNvPr>
          <p:cNvSpPr txBox="1"/>
          <p:nvPr/>
        </p:nvSpPr>
        <p:spPr>
          <a:xfrm>
            <a:off x="4886665" y="1344015"/>
            <a:ext cx="1143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MaxPool4</a:t>
            </a: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C3172A1E-278A-E2BF-96BB-241AA7D602EE}"/>
              </a:ext>
            </a:extLst>
          </p:cNvPr>
          <p:cNvCxnSpPr>
            <a:cxnSpLocks/>
          </p:cNvCxnSpPr>
          <p:nvPr/>
        </p:nvCxnSpPr>
        <p:spPr>
          <a:xfrm>
            <a:off x="3657345" y="1140904"/>
            <a:ext cx="1391835" cy="957036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B28D1A83-4313-E70B-A6CB-E886ECF3920C}"/>
              </a:ext>
            </a:extLst>
          </p:cNvPr>
          <p:cNvCxnSpPr>
            <a:cxnSpLocks/>
          </p:cNvCxnSpPr>
          <p:nvPr/>
        </p:nvCxnSpPr>
        <p:spPr>
          <a:xfrm flipV="1">
            <a:off x="3657345" y="2351944"/>
            <a:ext cx="1391835" cy="134353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3" name="Graphic 252" descr="Line arrow Straight">
            <a:extLst>
              <a:ext uri="{FF2B5EF4-FFF2-40B4-BE49-F238E27FC236}">
                <a16:creationId xmlns:a16="http://schemas.microsoft.com/office/drawing/2014/main" id="{3776661F-2DB6-BF6F-0FD2-867B1FF15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025055" y="2359429"/>
            <a:ext cx="383600" cy="383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ED990B-7F43-90D8-4013-016E854D9C3A}"/>
              </a:ext>
            </a:extLst>
          </p:cNvPr>
          <p:cNvSpPr txBox="1"/>
          <p:nvPr/>
        </p:nvSpPr>
        <p:spPr>
          <a:xfrm>
            <a:off x="8333150" y="239982"/>
            <a:ext cx="851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Flatten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82E58-F428-0A33-8DB1-7CEA357595FC}"/>
              </a:ext>
            </a:extLst>
          </p:cNvPr>
          <p:cNvSpPr txBox="1"/>
          <p:nvPr/>
        </p:nvSpPr>
        <p:spPr>
          <a:xfrm>
            <a:off x="8374514" y="5579125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 x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2E824D-589E-3A4E-465D-BE0079962772}"/>
              </a:ext>
            </a:extLst>
          </p:cNvPr>
          <p:cNvSpPr txBox="1"/>
          <p:nvPr/>
        </p:nvSpPr>
        <p:spPr>
          <a:xfrm>
            <a:off x="8584039" y="695839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2874B6-AD8A-C90F-9AA7-B4D39D8F1681}"/>
              </a:ext>
            </a:extLst>
          </p:cNvPr>
          <p:cNvSpPr/>
          <p:nvPr/>
        </p:nvSpPr>
        <p:spPr>
          <a:xfrm>
            <a:off x="8635262" y="235763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7630FD-0691-F3C9-BBB2-5CD231533211}"/>
              </a:ext>
            </a:extLst>
          </p:cNvPr>
          <p:cNvSpPr/>
          <p:nvPr/>
        </p:nvSpPr>
        <p:spPr>
          <a:xfrm>
            <a:off x="8635264" y="2626755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219438-A4E1-7F79-3ECD-F0E38981F811}"/>
              </a:ext>
            </a:extLst>
          </p:cNvPr>
          <p:cNvSpPr/>
          <p:nvPr/>
        </p:nvSpPr>
        <p:spPr>
          <a:xfrm>
            <a:off x="8635264" y="1012242"/>
            <a:ext cx="266803" cy="26912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5D2E3A-E630-39B4-0A5F-2B0F6620850A}"/>
              </a:ext>
            </a:extLst>
          </p:cNvPr>
          <p:cNvSpPr/>
          <p:nvPr/>
        </p:nvSpPr>
        <p:spPr>
          <a:xfrm>
            <a:off x="8635263" y="155048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98204C-7789-67FD-7070-EE5BFFEFCA00}"/>
              </a:ext>
            </a:extLst>
          </p:cNvPr>
          <p:cNvSpPr/>
          <p:nvPr/>
        </p:nvSpPr>
        <p:spPr>
          <a:xfrm>
            <a:off x="8635262" y="181960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C1DD59C-95FE-6735-6D33-DCB6B4A22794}"/>
              </a:ext>
            </a:extLst>
          </p:cNvPr>
          <p:cNvSpPr/>
          <p:nvPr/>
        </p:nvSpPr>
        <p:spPr>
          <a:xfrm>
            <a:off x="8635269" y="2893173"/>
            <a:ext cx="266803" cy="5409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62B4EDE-4F7C-0280-1C31-BC304E7A6321}"/>
              </a:ext>
            </a:extLst>
          </p:cNvPr>
          <p:cNvSpPr/>
          <p:nvPr/>
        </p:nvSpPr>
        <p:spPr>
          <a:xfrm>
            <a:off x="8635588" y="34342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7D2085-4808-4409-B199-2D617D9C6A28}"/>
              </a:ext>
            </a:extLst>
          </p:cNvPr>
          <p:cNvSpPr/>
          <p:nvPr/>
        </p:nvSpPr>
        <p:spPr>
          <a:xfrm>
            <a:off x="8635588" y="370334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5B6364-0694-B19C-4DEA-609B492593A2}"/>
              </a:ext>
            </a:extLst>
          </p:cNvPr>
          <p:cNvSpPr/>
          <p:nvPr/>
        </p:nvSpPr>
        <p:spPr>
          <a:xfrm>
            <a:off x="8635587" y="397246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A5DAFF7-B547-FDBE-8128-951809FDC299}"/>
              </a:ext>
            </a:extLst>
          </p:cNvPr>
          <p:cNvSpPr/>
          <p:nvPr/>
        </p:nvSpPr>
        <p:spPr>
          <a:xfrm>
            <a:off x="8635586" y="424158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9FBC591-9E0A-BF51-6CD3-90C1F9A4C9CB}"/>
              </a:ext>
            </a:extLst>
          </p:cNvPr>
          <p:cNvSpPr/>
          <p:nvPr/>
        </p:nvSpPr>
        <p:spPr>
          <a:xfrm>
            <a:off x="8635586" y="451070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CD500B1-BFC0-46A4-8552-7F60D5D0C1C1}"/>
              </a:ext>
            </a:extLst>
          </p:cNvPr>
          <p:cNvSpPr/>
          <p:nvPr/>
        </p:nvSpPr>
        <p:spPr>
          <a:xfrm>
            <a:off x="8635585" y="477982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7D951BE-CBCA-5518-E81B-7D7EFDD57547}"/>
              </a:ext>
            </a:extLst>
          </p:cNvPr>
          <p:cNvSpPr/>
          <p:nvPr/>
        </p:nvSpPr>
        <p:spPr>
          <a:xfrm>
            <a:off x="8635262" y="2088722"/>
            <a:ext cx="266803" cy="269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4F3F01-1F42-4548-4183-176AF3CE7F2C}"/>
              </a:ext>
            </a:extLst>
          </p:cNvPr>
          <p:cNvSpPr/>
          <p:nvPr/>
        </p:nvSpPr>
        <p:spPr>
          <a:xfrm>
            <a:off x="8635585" y="5048946"/>
            <a:ext cx="266803" cy="269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1A94A08-353A-E23B-94B3-F8A6C540C2E6}"/>
              </a:ext>
            </a:extLst>
          </p:cNvPr>
          <p:cNvSpPr/>
          <p:nvPr/>
        </p:nvSpPr>
        <p:spPr>
          <a:xfrm>
            <a:off x="8420180" y="604211"/>
            <a:ext cx="696024" cy="48991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C6FD69AB-5B05-74DE-6B2A-331CE9E4436D}"/>
              </a:ext>
            </a:extLst>
          </p:cNvPr>
          <p:cNvSpPr/>
          <p:nvPr/>
        </p:nvSpPr>
        <p:spPr>
          <a:xfrm>
            <a:off x="8744867" y="3025364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397015CA-22B5-5CD9-4F59-A19E9B8248FA}"/>
              </a:ext>
            </a:extLst>
          </p:cNvPr>
          <p:cNvSpPr/>
          <p:nvPr/>
        </p:nvSpPr>
        <p:spPr>
          <a:xfrm>
            <a:off x="8744867" y="3143450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7E20AF64-139E-95CE-19D0-063608403A27}"/>
              </a:ext>
            </a:extLst>
          </p:cNvPr>
          <p:cNvSpPr/>
          <p:nvPr/>
        </p:nvSpPr>
        <p:spPr>
          <a:xfrm>
            <a:off x="8744867" y="3278010"/>
            <a:ext cx="53340" cy="6096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5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79E9F664-AE4A-1453-D418-BD6D4A43E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798" y="2018699"/>
            <a:ext cx="3037290" cy="328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51B87C-7C80-14D5-820F-270EBF198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41" y="141008"/>
            <a:ext cx="10018059" cy="45962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A5665-31F1-A426-36AD-FD1230F20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441" y="1669864"/>
            <a:ext cx="3068470" cy="37651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3C239D-B7A8-AF55-FC13-5180E449A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989" y="1723651"/>
            <a:ext cx="2260703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3116D0-2E53-B793-B576-BD6158E09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523" y="1863818"/>
            <a:ext cx="2279905" cy="3377266"/>
          </a:xfrm>
          <a:prstGeom prst="rect">
            <a:avLst/>
          </a:prstGeom>
        </p:spPr>
      </p:pic>
      <p:pic>
        <p:nvPicPr>
          <p:cNvPr id="13" name="Graphic 12" descr="Arrow Straight">
            <a:extLst>
              <a:ext uri="{FF2B5EF4-FFF2-40B4-BE49-F238E27FC236}">
                <a16:creationId xmlns:a16="http://schemas.microsoft.com/office/drawing/2014/main" id="{5388FCFA-7640-8E39-7043-538274F88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059180" y="3393025"/>
            <a:ext cx="318850" cy="318850"/>
          </a:xfrm>
          <a:prstGeom prst="rect">
            <a:avLst/>
          </a:prstGeom>
        </p:spPr>
      </p:pic>
      <p:pic>
        <p:nvPicPr>
          <p:cNvPr id="14" name="Graphic 13" descr="Arrow Straight">
            <a:extLst>
              <a:ext uri="{FF2B5EF4-FFF2-40B4-BE49-F238E27FC236}">
                <a16:creationId xmlns:a16="http://schemas.microsoft.com/office/drawing/2014/main" id="{DD97B408-A093-6C67-9EA8-8E7A59F1B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325045" y="3393025"/>
            <a:ext cx="318850" cy="318850"/>
          </a:xfrm>
          <a:prstGeom prst="rect">
            <a:avLst/>
          </a:prstGeom>
        </p:spPr>
      </p:pic>
      <p:pic>
        <p:nvPicPr>
          <p:cNvPr id="15" name="Graphic 14" descr="Arrow Straight">
            <a:extLst>
              <a:ext uri="{FF2B5EF4-FFF2-40B4-BE49-F238E27FC236}">
                <a16:creationId xmlns:a16="http://schemas.microsoft.com/office/drawing/2014/main" id="{0E84B8F6-FB4E-BA7B-ED7D-138BCEAA34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3428149" y="3393025"/>
            <a:ext cx="318850" cy="318850"/>
          </a:xfrm>
          <a:prstGeom prst="rect">
            <a:avLst/>
          </a:prstGeom>
        </p:spPr>
      </p:pic>
      <p:pic>
        <p:nvPicPr>
          <p:cNvPr id="16" name="Graphic 15" descr="Arrow Straight">
            <a:extLst>
              <a:ext uri="{FF2B5EF4-FFF2-40B4-BE49-F238E27FC236}">
                <a16:creationId xmlns:a16="http://schemas.microsoft.com/office/drawing/2014/main" id="{B52E2DEE-CEE7-DC48-F362-E6C24167A8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4667920" y="3393025"/>
            <a:ext cx="318850" cy="318850"/>
          </a:xfrm>
          <a:prstGeom prst="rect">
            <a:avLst/>
          </a:prstGeom>
        </p:spPr>
      </p:pic>
      <p:pic>
        <p:nvPicPr>
          <p:cNvPr id="17" name="Graphic 16" descr="Arrow Straight">
            <a:extLst>
              <a:ext uri="{FF2B5EF4-FFF2-40B4-BE49-F238E27FC236}">
                <a16:creationId xmlns:a16="http://schemas.microsoft.com/office/drawing/2014/main" id="{BFB27F2F-DB77-8D2C-8064-6825E085DF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5839128" y="3393025"/>
            <a:ext cx="318850" cy="318850"/>
          </a:xfrm>
          <a:prstGeom prst="rect">
            <a:avLst/>
          </a:prstGeom>
        </p:spPr>
      </p:pic>
      <p:pic>
        <p:nvPicPr>
          <p:cNvPr id="18" name="Graphic 17" descr="Arrow Straight">
            <a:extLst>
              <a:ext uri="{FF2B5EF4-FFF2-40B4-BE49-F238E27FC236}">
                <a16:creationId xmlns:a16="http://schemas.microsoft.com/office/drawing/2014/main" id="{A9F3A7C9-4E4E-F618-8E79-B6F26C563A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7079208" y="3393025"/>
            <a:ext cx="318850" cy="318850"/>
          </a:xfrm>
          <a:prstGeom prst="rect">
            <a:avLst/>
          </a:prstGeom>
        </p:spPr>
      </p:pic>
      <p:pic>
        <p:nvPicPr>
          <p:cNvPr id="19" name="Graphic 18" descr="Arrow Straight">
            <a:extLst>
              <a:ext uri="{FF2B5EF4-FFF2-40B4-BE49-F238E27FC236}">
                <a16:creationId xmlns:a16="http://schemas.microsoft.com/office/drawing/2014/main" id="{C0FA985F-84B3-4220-BCB9-3EF6760209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240701" y="3393025"/>
            <a:ext cx="318850" cy="318850"/>
          </a:xfrm>
          <a:prstGeom prst="rect">
            <a:avLst/>
          </a:prstGeom>
        </p:spPr>
      </p:pic>
      <p:pic>
        <p:nvPicPr>
          <p:cNvPr id="20" name="Graphic 19" descr="Arrow Straight">
            <a:extLst>
              <a:ext uri="{FF2B5EF4-FFF2-40B4-BE49-F238E27FC236}">
                <a16:creationId xmlns:a16="http://schemas.microsoft.com/office/drawing/2014/main" id="{F21A9931-80E7-BFBC-1764-6E86CD265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9469463" y="3393023"/>
            <a:ext cx="318850" cy="318850"/>
          </a:xfrm>
          <a:prstGeom prst="rect">
            <a:avLst/>
          </a:prstGeom>
        </p:spPr>
      </p:pic>
      <p:pic>
        <p:nvPicPr>
          <p:cNvPr id="25" name="Graphic 24" descr="Arrow Straight">
            <a:extLst>
              <a:ext uri="{FF2B5EF4-FFF2-40B4-BE49-F238E27FC236}">
                <a16:creationId xmlns:a16="http://schemas.microsoft.com/office/drawing/2014/main" id="{2A69E250-373F-E510-0493-3E596E728B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0706044" y="3343349"/>
            <a:ext cx="318850" cy="31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250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53CC-9161-2785-FF28-4BD36561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4B9F936-4FE7-0B41-7C69-2A5392DB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868" y="1986594"/>
            <a:ext cx="3217449" cy="3203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102FE4-C69B-CF84-9A32-0D88F7D69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525" y="1819958"/>
            <a:ext cx="2300946" cy="34334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34D0DD-B20B-B073-3E32-4DF7639AC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685" y="1819958"/>
            <a:ext cx="2163641" cy="35409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25AAB2-54F0-77B4-D997-35D355466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741" y="141008"/>
            <a:ext cx="10018059" cy="45962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7E8D1-DEEC-DE3C-FC18-E415B1FA2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441" y="1669864"/>
            <a:ext cx="3068470" cy="3765176"/>
          </a:xfrm>
          <a:prstGeom prst="rect">
            <a:avLst/>
          </a:prstGeom>
        </p:spPr>
      </p:pic>
      <p:pic>
        <p:nvPicPr>
          <p:cNvPr id="13" name="Graphic 12" descr="Arrow Straight">
            <a:extLst>
              <a:ext uri="{FF2B5EF4-FFF2-40B4-BE49-F238E27FC236}">
                <a16:creationId xmlns:a16="http://schemas.microsoft.com/office/drawing/2014/main" id="{5A1FA3EF-7AA1-95E5-D6D3-133E0B507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059180" y="3393025"/>
            <a:ext cx="318850" cy="318850"/>
          </a:xfrm>
          <a:prstGeom prst="rect">
            <a:avLst/>
          </a:prstGeom>
        </p:spPr>
      </p:pic>
      <p:pic>
        <p:nvPicPr>
          <p:cNvPr id="14" name="Graphic 13" descr="Arrow Straight">
            <a:extLst>
              <a:ext uri="{FF2B5EF4-FFF2-40B4-BE49-F238E27FC236}">
                <a16:creationId xmlns:a16="http://schemas.microsoft.com/office/drawing/2014/main" id="{03E9DA40-5D04-B30E-15B1-C2A4704C6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2325045" y="3393025"/>
            <a:ext cx="318850" cy="318850"/>
          </a:xfrm>
          <a:prstGeom prst="rect">
            <a:avLst/>
          </a:prstGeom>
        </p:spPr>
      </p:pic>
      <p:pic>
        <p:nvPicPr>
          <p:cNvPr id="15" name="Graphic 14" descr="Arrow Straight">
            <a:extLst>
              <a:ext uri="{FF2B5EF4-FFF2-40B4-BE49-F238E27FC236}">
                <a16:creationId xmlns:a16="http://schemas.microsoft.com/office/drawing/2014/main" id="{02C7F0E1-C73D-853E-FCEC-925FEC1F0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3428149" y="3393025"/>
            <a:ext cx="318850" cy="318850"/>
          </a:xfrm>
          <a:prstGeom prst="rect">
            <a:avLst/>
          </a:prstGeom>
        </p:spPr>
      </p:pic>
      <p:pic>
        <p:nvPicPr>
          <p:cNvPr id="16" name="Graphic 15" descr="Arrow Straight">
            <a:extLst>
              <a:ext uri="{FF2B5EF4-FFF2-40B4-BE49-F238E27FC236}">
                <a16:creationId xmlns:a16="http://schemas.microsoft.com/office/drawing/2014/main" id="{3DC11117-71D1-E037-7502-F2A047CD5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4667920" y="3393025"/>
            <a:ext cx="318850" cy="318850"/>
          </a:xfrm>
          <a:prstGeom prst="rect">
            <a:avLst/>
          </a:prstGeom>
        </p:spPr>
      </p:pic>
      <p:pic>
        <p:nvPicPr>
          <p:cNvPr id="17" name="Graphic 16" descr="Arrow Straight">
            <a:extLst>
              <a:ext uri="{FF2B5EF4-FFF2-40B4-BE49-F238E27FC236}">
                <a16:creationId xmlns:a16="http://schemas.microsoft.com/office/drawing/2014/main" id="{304E5FC5-FB3F-5066-1EB7-2A09D8589A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5839128" y="3393025"/>
            <a:ext cx="318850" cy="318850"/>
          </a:xfrm>
          <a:prstGeom prst="rect">
            <a:avLst/>
          </a:prstGeom>
        </p:spPr>
      </p:pic>
      <p:pic>
        <p:nvPicPr>
          <p:cNvPr id="18" name="Graphic 17" descr="Arrow Straight">
            <a:extLst>
              <a:ext uri="{FF2B5EF4-FFF2-40B4-BE49-F238E27FC236}">
                <a16:creationId xmlns:a16="http://schemas.microsoft.com/office/drawing/2014/main" id="{3E1D70CF-167D-45D1-3E74-74219FC67F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7079208" y="3393025"/>
            <a:ext cx="318850" cy="318850"/>
          </a:xfrm>
          <a:prstGeom prst="rect">
            <a:avLst/>
          </a:prstGeom>
        </p:spPr>
      </p:pic>
      <p:pic>
        <p:nvPicPr>
          <p:cNvPr id="19" name="Graphic 18" descr="Arrow Straight">
            <a:extLst>
              <a:ext uri="{FF2B5EF4-FFF2-40B4-BE49-F238E27FC236}">
                <a16:creationId xmlns:a16="http://schemas.microsoft.com/office/drawing/2014/main" id="{42EBC221-610D-BB74-D372-16A05B4D6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240701" y="3393025"/>
            <a:ext cx="318850" cy="318850"/>
          </a:xfrm>
          <a:prstGeom prst="rect">
            <a:avLst/>
          </a:prstGeom>
        </p:spPr>
      </p:pic>
      <p:pic>
        <p:nvPicPr>
          <p:cNvPr id="20" name="Graphic 19" descr="Arrow Straight">
            <a:extLst>
              <a:ext uri="{FF2B5EF4-FFF2-40B4-BE49-F238E27FC236}">
                <a16:creationId xmlns:a16="http://schemas.microsoft.com/office/drawing/2014/main" id="{ECE90FCC-D60E-341D-FCBF-56AC386AD1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9522550" y="3393025"/>
            <a:ext cx="318850" cy="318850"/>
          </a:xfrm>
          <a:prstGeom prst="rect">
            <a:avLst/>
          </a:prstGeom>
        </p:spPr>
      </p:pic>
      <p:pic>
        <p:nvPicPr>
          <p:cNvPr id="25" name="Graphic 24" descr="Arrow Straight">
            <a:extLst>
              <a:ext uri="{FF2B5EF4-FFF2-40B4-BE49-F238E27FC236}">
                <a16:creationId xmlns:a16="http://schemas.microsoft.com/office/drawing/2014/main" id="{3641AD31-A0FB-CF71-C7D8-5DB7B56B50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10813375" y="3429000"/>
            <a:ext cx="318850" cy="31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90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573C1D93-509D-FB93-A816-B78CAC4DC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26" y="1786811"/>
            <a:ext cx="9264777" cy="3284378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681DEF18-1FB5-1245-426F-652A1ADC8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248" y="2311220"/>
            <a:ext cx="903007" cy="1949804"/>
          </a:xfrm>
          <a:prstGeom prst="rect">
            <a:avLst/>
          </a:prstGeom>
        </p:spPr>
      </p:pic>
      <p:pic>
        <p:nvPicPr>
          <p:cNvPr id="70" name="Graphic 69" descr="Arrow Straight">
            <a:extLst>
              <a:ext uri="{FF2B5EF4-FFF2-40B4-BE49-F238E27FC236}">
                <a16:creationId xmlns:a16="http://schemas.microsoft.com/office/drawing/2014/main" id="{7D2032CC-D1F4-97A2-0A53-A9DC98E2D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690600" y="3286122"/>
            <a:ext cx="240646" cy="240646"/>
          </a:xfrm>
          <a:prstGeom prst="rect">
            <a:avLst/>
          </a:prstGeom>
        </p:spPr>
      </p:pic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799F40C-917B-1B5D-3BE8-A1B75912F666}"/>
              </a:ext>
            </a:extLst>
          </p:cNvPr>
          <p:cNvSpPr/>
          <p:nvPr/>
        </p:nvSpPr>
        <p:spPr>
          <a:xfrm>
            <a:off x="1143000" y="1709780"/>
            <a:ext cx="1844039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4E33F6F-596F-105C-35C0-C16AD8486670}"/>
              </a:ext>
            </a:extLst>
          </p:cNvPr>
          <p:cNvSpPr/>
          <p:nvPr/>
        </p:nvSpPr>
        <p:spPr>
          <a:xfrm>
            <a:off x="3064815" y="1709780"/>
            <a:ext cx="2019300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EFD46CAB-8C76-561F-55A4-CA30D8244B96}"/>
              </a:ext>
            </a:extLst>
          </p:cNvPr>
          <p:cNvSpPr/>
          <p:nvPr/>
        </p:nvSpPr>
        <p:spPr>
          <a:xfrm>
            <a:off x="5156200" y="1709780"/>
            <a:ext cx="1897767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DB5D4B44-923D-2337-6F7C-7140F6BBA644}"/>
              </a:ext>
            </a:extLst>
          </p:cNvPr>
          <p:cNvSpPr/>
          <p:nvPr/>
        </p:nvSpPr>
        <p:spPr>
          <a:xfrm>
            <a:off x="7133784" y="1709780"/>
            <a:ext cx="1897766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06D1EDF-AEA5-45DD-E6D5-755DC282DE3D}"/>
              </a:ext>
            </a:extLst>
          </p:cNvPr>
          <p:cNvSpPr/>
          <p:nvPr/>
        </p:nvSpPr>
        <p:spPr>
          <a:xfrm>
            <a:off x="9111368" y="1909482"/>
            <a:ext cx="1722888" cy="3161707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81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3009E0-D94C-BD47-3581-D4C6CF05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775" y="2240179"/>
            <a:ext cx="1146259" cy="2065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405625-8083-425C-573B-EDD012015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709780"/>
            <a:ext cx="10007600" cy="3438440"/>
          </a:xfrm>
          <a:prstGeom prst="rect">
            <a:avLst/>
          </a:prstGeom>
          <a:ln>
            <a:noFill/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486DED-C0DA-8DC1-78C3-2D7F66FFFF52}"/>
              </a:ext>
            </a:extLst>
          </p:cNvPr>
          <p:cNvSpPr/>
          <p:nvPr/>
        </p:nvSpPr>
        <p:spPr>
          <a:xfrm>
            <a:off x="967740" y="1709780"/>
            <a:ext cx="2019300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A4E0AF-41B4-5CBF-76DB-BBD872C4EDEC}"/>
              </a:ext>
            </a:extLst>
          </p:cNvPr>
          <p:cNvSpPr/>
          <p:nvPr/>
        </p:nvSpPr>
        <p:spPr>
          <a:xfrm>
            <a:off x="3064815" y="1709780"/>
            <a:ext cx="2019300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329910-741C-3814-5A72-1E9F00F57891}"/>
              </a:ext>
            </a:extLst>
          </p:cNvPr>
          <p:cNvSpPr/>
          <p:nvPr/>
        </p:nvSpPr>
        <p:spPr>
          <a:xfrm>
            <a:off x="5156200" y="1709780"/>
            <a:ext cx="2019300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AAEAD0-82C0-6199-C3A6-9F970DA36B1B}"/>
              </a:ext>
            </a:extLst>
          </p:cNvPr>
          <p:cNvSpPr/>
          <p:nvPr/>
        </p:nvSpPr>
        <p:spPr>
          <a:xfrm>
            <a:off x="7272020" y="1709780"/>
            <a:ext cx="2108200" cy="349468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F03A34-960B-28F0-B4DB-1B6AF8907380}"/>
              </a:ext>
            </a:extLst>
          </p:cNvPr>
          <p:cNvSpPr/>
          <p:nvPr/>
        </p:nvSpPr>
        <p:spPr>
          <a:xfrm>
            <a:off x="9512388" y="2133600"/>
            <a:ext cx="1871646" cy="2331720"/>
          </a:xfrm>
          <a:prstGeom prst="round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Arrow Straight">
            <a:extLst>
              <a:ext uri="{FF2B5EF4-FFF2-40B4-BE49-F238E27FC236}">
                <a16:creationId xmlns:a16="http://schemas.microsoft.com/office/drawing/2014/main" id="{B39CB8B1-AC57-6FAD-232E-9F2F75324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0015396" y="3272948"/>
            <a:ext cx="312103" cy="31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325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14B4BC4-7275-AC06-4B3B-C538202AB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22" y="3360306"/>
            <a:ext cx="10569956" cy="34976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5E2D84-EC54-DD39-DD05-FDAE930FF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322" y="0"/>
            <a:ext cx="9689338" cy="32965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868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3CF7-3D08-ECB7-3782-19EA0D39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Hardware Architecture CNN </a:t>
            </a:r>
          </a:p>
        </p:txBody>
      </p:sp>
    </p:spTree>
    <p:extLst>
      <p:ext uri="{BB962C8B-B14F-4D97-AF65-F5344CB8AC3E}">
        <p14:creationId xmlns:p14="http://schemas.microsoft.com/office/powerpoint/2010/main" val="3955199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B6DD67B-61FE-38C8-110A-4E0BDE8F7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693" y="429760"/>
            <a:ext cx="8329382" cy="58831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2719BC-0C72-C85C-2522-BEAE6A1A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307" y="4761602"/>
            <a:ext cx="936367" cy="98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93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EF1652-A890-384E-5287-4DE595497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008" b="15397"/>
          <a:stretch>
            <a:fillRect/>
          </a:stretch>
        </p:blipFill>
        <p:spPr>
          <a:xfrm>
            <a:off x="4489846" y="2034004"/>
            <a:ext cx="3790597" cy="1530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149529-8A53-199F-84C4-C072AE11E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48"/>
          <a:stretch>
            <a:fillRect/>
          </a:stretch>
        </p:blipFill>
        <p:spPr>
          <a:xfrm>
            <a:off x="2804582" y="326503"/>
            <a:ext cx="4016088" cy="937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2BB726-DE24-CE28-4E8D-AF3E68D3C9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21"/>
          <a:stretch>
            <a:fillRect/>
          </a:stretch>
        </p:blipFill>
        <p:spPr>
          <a:xfrm>
            <a:off x="473758" y="2008095"/>
            <a:ext cx="4016088" cy="1556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A3817D-007E-2FF4-3693-7ADE33342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311" y="4150834"/>
            <a:ext cx="6576630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18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5BF751-BADF-1C2A-5551-CC40DF592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72537"/>
              </p:ext>
            </p:extLst>
          </p:nvPr>
        </p:nvGraphicFramePr>
        <p:xfrm>
          <a:off x="3388659" y="2779059"/>
          <a:ext cx="7830674" cy="24469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976486244"/>
                    </a:ext>
                  </a:extLst>
                </a:gridCol>
                <a:gridCol w="815789">
                  <a:extLst>
                    <a:ext uri="{9D8B030D-6E8A-4147-A177-3AD203B41FA5}">
                      <a16:colId xmlns:a16="http://schemas.microsoft.com/office/drawing/2014/main" val="2298306523"/>
                    </a:ext>
                  </a:extLst>
                </a:gridCol>
                <a:gridCol w="735106">
                  <a:extLst>
                    <a:ext uri="{9D8B030D-6E8A-4147-A177-3AD203B41FA5}">
                      <a16:colId xmlns:a16="http://schemas.microsoft.com/office/drawing/2014/main" val="1971589847"/>
                    </a:ext>
                  </a:extLst>
                </a:gridCol>
                <a:gridCol w="624131">
                  <a:extLst>
                    <a:ext uri="{9D8B030D-6E8A-4147-A177-3AD203B41FA5}">
                      <a16:colId xmlns:a16="http://schemas.microsoft.com/office/drawing/2014/main" val="515570472"/>
                    </a:ext>
                  </a:extLst>
                </a:gridCol>
                <a:gridCol w="678742">
                  <a:extLst>
                    <a:ext uri="{9D8B030D-6E8A-4147-A177-3AD203B41FA5}">
                      <a16:colId xmlns:a16="http://schemas.microsoft.com/office/drawing/2014/main" val="1096676782"/>
                    </a:ext>
                  </a:extLst>
                </a:gridCol>
                <a:gridCol w="527910">
                  <a:extLst>
                    <a:ext uri="{9D8B030D-6E8A-4147-A177-3AD203B41FA5}">
                      <a16:colId xmlns:a16="http://schemas.microsoft.com/office/drawing/2014/main" val="2076427767"/>
                    </a:ext>
                  </a:extLst>
                </a:gridCol>
                <a:gridCol w="754158">
                  <a:extLst>
                    <a:ext uri="{9D8B030D-6E8A-4147-A177-3AD203B41FA5}">
                      <a16:colId xmlns:a16="http://schemas.microsoft.com/office/drawing/2014/main" val="3092335543"/>
                    </a:ext>
                  </a:extLst>
                </a:gridCol>
                <a:gridCol w="1061687">
                  <a:extLst>
                    <a:ext uri="{9D8B030D-6E8A-4147-A177-3AD203B41FA5}">
                      <a16:colId xmlns:a16="http://schemas.microsoft.com/office/drawing/2014/main" val="3886989691"/>
                    </a:ext>
                  </a:extLst>
                </a:gridCol>
                <a:gridCol w="1050877">
                  <a:extLst>
                    <a:ext uri="{9D8B030D-6E8A-4147-A177-3AD203B41FA5}">
                      <a16:colId xmlns:a16="http://schemas.microsoft.com/office/drawing/2014/main" val="621839805"/>
                    </a:ext>
                  </a:extLst>
                </a:gridCol>
                <a:gridCol w="820274">
                  <a:extLst>
                    <a:ext uri="{9D8B030D-6E8A-4147-A177-3AD203B41FA5}">
                      <a16:colId xmlns:a16="http://schemas.microsoft.com/office/drawing/2014/main" val="1582896860"/>
                    </a:ext>
                  </a:extLst>
                </a:gridCol>
              </a:tblGrid>
              <a:tr h="568790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Tầng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Kênh vào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Kênh ra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Nhân</a:t>
                      </a:r>
                      <a:br>
                        <a:rPr lang="en-US" sz="1300">
                          <a:effectLst/>
                        </a:rPr>
                      </a:br>
                      <a:r>
                        <a:rPr lang="en-US" sz="1300">
                          <a:effectLst/>
                        </a:rPr>
                        <a:t>chập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Đệm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Gộp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ReLU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dirty="0" err="1">
                          <a:effectLst/>
                        </a:rPr>
                        <a:t>Kích</a:t>
                      </a:r>
                      <a:r>
                        <a:rPr lang="en-US" sz="1300" dirty="0">
                          <a:effectLst/>
                        </a:rPr>
                        <a:t> </a:t>
                      </a:r>
                      <a:r>
                        <a:rPr lang="en-US" sz="1300" dirty="0" err="1">
                          <a:effectLst/>
                        </a:rPr>
                        <a:t>thước</a:t>
                      </a:r>
                      <a:r>
                        <a:rPr lang="en-US" sz="1300" dirty="0">
                          <a:effectLst/>
                        </a:rPr>
                        <a:t> </a:t>
                      </a:r>
                      <a:r>
                        <a:rPr lang="en-US" sz="1300" dirty="0" err="1">
                          <a:effectLst/>
                        </a:rPr>
                        <a:t>vào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dirty="0" err="1">
                          <a:effectLst/>
                        </a:rPr>
                        <a:t>Kích</a:t>
                      </a:r>
                      <a:r>
                        <a:rPr lang="en-US" sz="1300" dirty="0">
                          <a:effectLst/>
                        </a:rPr>
                        <a:t> </a:t>
                      </a:r>
                      <a:r>
                        <a:rPr lang="en-US" sz="1300" dirty="0" err="1">
                          <a:effectLst/>
                        </a:rPr>
                        <a:t>thước</a:t>
                      </a:r>
                      <a:r>
                        <a:rPr lang="en-US" sz="1300" dirty="0">
                          <a:effectLst/>
                        </a:rPr>
                        <a:t> 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Tham </a:t>
                      </a:r>
                      <a:r>
                        <a:rPr lang="en-US" sz="1300" dirty="0" err="1">
                          <a:effectLst/>
                        </a:rPr>
                        <a:t>số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482132"/>
                  </a:ext>
                </a:extLst>
              </a:tr>
              <a:tr h="26831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Conv1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/5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Không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 × 2500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 × 500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6140480"/>
                  </a:ext>
                </a:extLst>
              </a:tr>
              <a:tr h="26831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Conv2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/5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Không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 × 500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 × 100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3561557"/>
                  </a:ext>
                </a:extLst>
              </a:tr>
              <a:tr h="26831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Conv3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/5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Không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 × 100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 × 20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168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5667852"/>
                  </a:ext>
                </a:extLst>
              </a:tr>
              <a:tr h="26831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Conv4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/5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Có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 × 20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 × 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328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7085759"/>
                  </a:ext>
                </a:extLst>
              </a:tr>
              <a:tr h="26831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GAP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—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—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/4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—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 × 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 × 1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0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5245274"/>
                  </a:ext>
                </a:extLst>
              </a:tr>
              <a:tr h="26831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FC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—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—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—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—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8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4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36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1696698"/>
                  </a:ext>
                </a:extLst>
              </a:tr>
              <a:tr h="268312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Tổng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300" dirty="0">
                          <a:effectLst/>
                        </a:rPr>
                        <a:t>640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8709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720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978F5E-2EF5-E82D-B295-74FFDD811DE1}"/>
              </a:ext>
            </a:extLst>
          </p:cNvPr>
          <p:cNvSpPr/>
          <p:nvPr/>
        </p:nvSpPr>
        <p:spPr>
          <a:xfrm>
            <a:off x="1029730" y="558471"/>
            <a:ext cx="2850292" cy="58076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ECG data 12 lead, 500Hz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D294F8-959B-B400-4FA0-9EBC8BB99D9E}"/>
              </a:ext>
            </a:extLst>
          </p:cNvPr>
          <p:cNvSpPr/>
          <p:nvPr/>
        </p:nvSpPr>
        <p:spPr>
          <a:xfrm>
            <a:off x="4435945" y="558471"/>
            <a:ext cx="2850292" cy="58076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Preprocessing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D0958-AC0A-F86F-8649-8DCA70AFE9CF}"/>
              </a:ext>
            </a:extLst>
          </p:cNvPr>
          <p:cNvSpPr/>
          <p:nvPr/>
        </p:nvSpPr>
        <p:spPr>
          <a:xfrm>
            <a:off x="7842160" y="558471"/>
            <a:ext cx="2850292" cy="5807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D9A62-1E29-DD3D-8871-DAE7ECA02227}"/>
              </a:ext>
            </a:extLst>
          </p:cNvPr>
          <p:cNvSpPr txBox="1"/>
          <p:nvPr/>
        </p:nvSpPr>
        <p:spPr>
          <a:xfrm>
            <a:off x="1532500" y="1139239"/>
            <a:ext cx="2051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Down sample 500Hz -&gt; 250Hz</a:t>
            </a:r>
          </a:p>
          <a:p>
            <a:r>
              <a:rPr lang="en-US" sz="1200" dirty="0"/>
              <a:t>Z-score normalization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BB758-EDE0-F48E-EAB3-738E9951B18B}"/>
              </a:ext>
            </a:extLst>
          </p:cNvPr>
          <p:cNvSpPr/>
          <p:nvPr/>
        </p:nvSpPr>
        <p:spPr>
          <a:xfrm>
            <a:off x="7842160" y="1667284"/>
            <a:ext cx="2850292" cy="5807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Structure Pruning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36A27-9F8E-BD6E-1C5F-A0A9ADA929E1}"/>
              </a:ext>
            </a:extLst>
          </p:cNvPr>
          <p:cNvSpPr txBox="1"/>
          <p:nvPr/>
        </p:nvSpPr>
        <p:spPr>
          <a:xfrm>
            <a:off x="8642904" y="1139239"/>
            <a:ext cx="1248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1244 parameters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0C092-E0AC-9A83-C6F9-589471FFA3BC}"/>
              </a:ext>
            </a:extLst>
          </p:cNvPr>
          <p:cNvSpPr txBox="1"/>
          <p:nvPr/>
        </p:nvSpPr>
        <p:spPr>
          <a:xfrm>
            <a:off x="8754905" y="2248052"/>
            <a:ext cx="1170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640 parameters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2E76EE-AB5A-B734-D69C-1EB2A1B66548}"/>
              </a:ext>
            </a:extLst>
          </p:cNvPr>
          <p:cNvSpPr/>
          <p:nvPr/>
        </p:nvSpPr>
        <p:spPr>
          <a:xfrm>
            <a:off x="4435945" y="1667284"/>
            <a:ext cx="2850292" cy="5807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Quantization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C72ADF-5D07-F399-4360-97885487D842}"/>
              </a:ext>
            </a:extLst>
          </p:cNvPr>
          <p:cNvSpPr/>
          <p:nvPr/>
        </p:nvSpPr>
        <p:spPr>
          <a:xfrm>
            <a:off x="1029730" y="1671234"/>
            <a:ext cx="2850292" cy="5807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Export 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CAD8B-7C42-C5E2-E745-D3DCB1A20B4D}"/>
              </a:ext>
            </a:extLst>
          </p:cNvPr>
          <p:cNvSpPr txBox="1"/>
          <p:nvPr/>
        </p:nvSpPr>
        <p:spPr>
          <a:xfrm>
            <a:off x="1883802" y="2248052"/>
            <a:ext cx="1249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Conv weight. hex</a:t>
            </a:r>
          </a:p>
          <a:p>
            <a:r>
              <a:rPr lang="en-US" sz="1200" dirty="0"/>
              <a:t>Bias. hex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820DDC-8009-77EB-21AB-58C4702CAEC5}"/>
              </a:ext>
            </a:extLst>
          </p:cNvPr>
          <p:cNvSpPr txBox="1"/>
          <p:nvPr/>
        </p:nvSpPr>
        <p:spPr>
          <a:xfrm>
            <a:off x="5356928" y="2267159"/>
            <a:ext cx="1174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Power-of-2 QAT</a:t>
            </a:r>
          </a:p>
          <a:p>
            <a:r>
              <a:rPr lang="en-US" sz="1200" dirty="0"/>
              <a:t>Round-half-up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116344-F187-3ADB-4A8D-FB4C62A99C3E}"/>
              </a:ext>
            </a:extLst>
          </p:cNvPr>
          <p:cNvSpPr/>
          <p:nvPr/>
        </p:nvSpPr>
        <p:spPr>
          <a:xfrm>
            <a:off x="1029730" y="2728824"/>
            <a:ext cx="2850292" cy="58076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ROM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62C2F36-581D-52C5-2109-94C80059DA10}"/>
              </a:ext>
            </a:extLst>
          </p:cNvPr>
          <p:cNvCxnSpPr>
            <a:cxnSpLocks/>
          </p:cNvCxnSpPr>
          <p:nvPr/>
        </p:nvCxnSpPr>
        <p:spPr>
          <a:xfrm>
            <a:off x="8459998" y="1145262"/>
            <a:ext cx="0" cy="5220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B1D76AD-3A9B-0767-CF1D-AC1471C1C5E7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3880022" y="848856"/>
            <a:ext cx="55592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30C9FD6-97B4-AB8E-10F5-744D224CAC57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7286237" y="848855"/>
            <a:ext cx="55592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37FCA3-C018-D142-B6F5-E078954C7A11}"/>
              </a:ext>
            </a:extLst>
          </p:cNvPr>
          <p:cNvCxnSpPr>
            <a:stCxn id="11" idx="1"/>
            <a:endCxn id="17" idx="3"/>
          </p:cNvCxnSpPr>
          <p:nvPr/>
        </p:nvCxnSpPr>
        <p:spPr>
          <a:xfrm flipH="1">
            <a:off x="7286237" y="1957668"/>
            <a:ext cx="55592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3A91E2D-1891-B5E5-B6FD-4B4B41B40CD6}"/>
              </a:ext>
            </a:extLst>
          </p:cNvPr>
          <p:cNvCxnSpPr>
            <a:stCxn id="17" idx="1"/>
            <a:endCxn id="19" idx="3"/>
          </p:cNvCxnSpPr>
          <p:nvPr/>
        </p:nvCxnSpPr>
        <p:spPr>
          <a:xfrm flipH="1">
            <a:off x="3880022" y="1957668"/>
            <a:ext cx="555923" cy="39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AA99E95-D890-BA62-04D9-413622440FED}"/>
              </a:ext>
            </a:extLst>
          </p:cNvPr>
          <p:cNvCxnSpPr/>
          <p:nvPr/>
        </p:nvCxnSpPr>
        <p:spPr>
          <a:xfrm>
            <a:off x="3286897" y="2248052"/>
            <a:ext cx="0" cy="4807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63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5799</TotalTime>
  <Words>363</Words>
  <Application>Microsoft Office PowerPoint</Application>
  <PresentationFormat>Widescreen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Python Model CNN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Hardware Architecture CNN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MINH ĐỨC</dc:creator>
  <cp:lastModifiedBy>LÊ MINH ĐỨC</cp:lastModifiedBy>
  <cp:revision>6</cp:revision>
  <dcterms:created xsi:type="dcterms:W3CDTF">2026-06-09T06:07:48Z</dcterms:created>
  <dcterms:modified xsi:type="dcterms:W3CDTF">2026-08-02T21:13:54Z</dcterms:modified>
</cp:coreProperties>
</file>