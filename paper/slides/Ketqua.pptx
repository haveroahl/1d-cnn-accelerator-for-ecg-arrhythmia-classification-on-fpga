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ser Isekai" userId="153890e340a04cae" providerId="LiveId" clId="{4A399710-BCEB-4EF8-BF68-E6BBD825A5D8}"/>
    <pc:docChg chg="undo custSel addSld delSld modSld">
      <pc:chgData name="Loser Isekai" userId="153890e340a04cae" providerId="LiveId" clId="{4A399710-BCEB-4EF8-BF68-E6BBD825A5D8}" dt="2026-08-02T09:22:57.415" v="485"/>
      <pc:docMkLst>
        <pc:docMk/>
      </pc:docMkLst>
      <pc:sldChg chg="delSp modSp new mod">
        <pc:chgData name="Loser Isekai" userId="153890e340a04cae" providerId="LiveId" clId="{4A399710-BCEB-4EF8-BF68-E6BBD825A5D8}" dt="2026-07-28T22:04:51.485" v="351" actId="478"/>
        <pc:sldMkLst>
          <pc:docMk/>
          <pc:sldMk cId="3881174832" sldId="256"/>
        </pc:sldMkLst>
        <pc:spChg chg="mod">
          <ac:chgData name="Loser Isekai" userId="153890e340a04cae" providerId="LiveId" clId="{4A399710-BCEB-4EF8-BF68-E6BBD825A5D8}" dt="2026-07-28T22:04:48.989" v="350" actId="20577"/>
          <ac:spMkLst>
            <pc:docMk/>
            <pc:sldMk cId="3881174832" sldId="256"/>
            <ac:spMk id="2" creationId="{D3505B43-5353-B657-093A-0136B71EA866}"/>
          </ac:spMkLst>
        </pc:spChg>
      </pc:sldChg>
      <pc:sldChg chg="addSp delSp modSp new mod">
        <pc:chgData name="Loser Isekai" userId="153890e340a04cae" providerId="LiveId" clId="{4A399710-BCEB-4EF8-BF68-E6BBD825A5D8}" dt="2026-07-28T22:33:31.876" v="407" actId="20577"/>
        <pc:sldMkLst>
          <pc:docMk/>
          <pc:sldMk cId="1886091737" sldId="259"/>
        </pc:sldMkLst>
        <pc:spChg chg="mod">
          <ac:chgData name="Loser Isekai" userId="153890e340a04cae" providerId="LiveId" clId="{4A399710-BCEB-4EF8-BF68-E6BBD825A5D8}" dt="2026-07-28T22:33:31.876" v="407" actId="20577"/>
          <ac:spMkLst>
            <pc:docMk/>
            <pc:sldMk cId="1886091737" sldId="259"/>
            <ac:spMk id="2" creationId="{94A94579-FBFC-3A41-DA2C-90AD9E954536}"/>
          </ac:spMkLst>
        </pc:spChg>
        <pc:spChg chg="add mod">
          <ac:chgData name="Loser Isekai" userId="153890e340a04cae" providerId="LiveId" clId="{4A399710-BCEB-4EF8-BF68-E6BBD825A5D8}" dt="2026-07-28T22:01:05.575" v="327" actId="1076"/>
          <ac:spMkLst>
            <pc:docMk/>
            <pc:sldMk cId="1886091737" sldId="259"/>
            <ac:spMk id="12" creationId="{42F01A86-4035-6512-E1B5-1A3F9B77E5EC}"/>
          </ac:spMkLst>
        </pc:spChg>
        <pc:spChg chg="add mod">
          <ac:chgData name="Loser Isekai" userId="153890e340a04cae" providerId="LiveId" clId="{4A399710-BCEB-4EF8-BF68-E6BBD825A5D8}" dt="2026-07-28T22:01:05.575" v="327" actId="1076"/>
          <ac:spMkLst>
            <pc:docMk/>
            <pc:sldMk cId="1886091737" sldId="259"/>
            <ac:spMk id="23" creationId="{5371839B-CD4D-F65A-A44D-2C200431E8E1}"/>
          </ac:spMkLst>
        </pc:spChg>
        <pc:picChg chg="add del mod ord">
          <ac:chgData name="Loser Isekai" userId="153890e340a04cae" providerId="LiveId" clId="{4A399710-BCEB-4EF8-BF68-E6BBD825A5D8}" dt="2026-07-28T22:01:05.575" v="327" actId="1076"/>
          <ac:picMkLst>
            <pc:docMk/>
            <pc:sldMk cId="1886091737" sldId="259"/>
            <ac:picMk id="5" creationId="{0D6C6ABB-1778-BEDA-9E46-D680B0CDB01B}"/>
          </ac:picMkLst>
        </pc:picChg>
        <pc:picChg chg="add mod">
          <ac:chgData name="Loser Isekai" userId="153890e340a04cae" providerId="LiveId" clId="{4A399710-BCEB-4EF8-BF68-E6BBD825A5D8}" dt="2026-07-28T22:01:23.854" v="330" actId="1076"/>
          <ac:picMkLst>
            <pc:docMk/>
            <pc:sldMk cId="1886091737" sldId="259"/>
            <ac:picMk id="34" creationId="{3E8A213A-90D4-3902-0556-3D4D28BCCD4A}"/>
          </ac:picMkLst>
        </pc:picChg>
        <pc:picChg chg="add mod">
          <ac:chgData name="Loser Isekai" userId="153890e340a04cae" providerId="LiveId" clId="{4A399710-BCEB-4EF8-BF68-E6BBD825A5D8}" dt="2026-07-28T22:04:17.610" v="339" actId="1076"/>
          <ac:picMkLst>
            <pc:docMk/>
            <pc:sldMk cId="1886091737" sldId="259"/>
            <ac:picMk id="38" creationId="{45FAE73F-B666-66EB-2E42-A3F885FE9596}"/>
          </ac:picMkLst>
        </pc:picChg>
        <pc:cxnChg chg="add mod">
          <ac:chgData name="Loser Isekai" userId="153890e340a04cae" providerId="LiveId" clId="{4A399710-BCEB-4EF8-BF68-E6BBD825A5D8}" dt="2026-07-28T22:01:05.575" v="327" actId="1076"/>
          <ac:cxnSpMkLst>
            <pc:docMk/>
            <pc:sldMk cId="1886091737" sldId="259"/>
            <ac:cxnSpMk id="7" creationId="{89A1D597-5BCB-608D-1227-CD02D2E5ED73}"/>
          </ac:cxnSpMkLst>
        </pc:cxnChg>
        <pc:cxnChg chg="add mod">
          <ac:chgData name="Loser Isekai" userId="153890e340a04cae" providerId="LiveId" clId="{4A399710-BCEB-4EF8-BF68-E6BBD825A5D8}" dt="2026-07-28T22:01:05.575" v="327" actId="1076"/>
          <ac:cxnSpMkLst>
            <pc:docMk/>
            <pc:sldMk cId="1886091737" sldId="259"/>
            <ac:cxnSpMk id="9" creationId="{51A8A6BC-67EC-8E51-93B8-5383392FF1CD}"/>
          </ac:cxnSpMkLst>
        </pc:cxnChg>
        <pc:cxnChg chg="add mod">
          <ac:chgData name="Loser Isekai" userId="153890e340a04cae" providerId="LiveId" clId="{4A399710-BCEB-4EF8-BF68-E6BBD825A5D8}" dt="2026-07-28T22:01:05.575" v="327" actId="1076"/>
          <ac:cxnSpMkLst>
            <pc:docMk/>
            <pc:sldMk cId="1886091737" sldId="259"/>
            <ac:cxnSpMk id="11" creationId="{124B3221-9F2C-E267-53D0-EE404EDC8635}"/>
          </ac:cxnSpMkLst>
        </pc:cxnChg>
        <pc:cxnChg chg="add mod">
          <ac:chgData name="Loser Isekai" userId="153890e340a04cae" providerId="LiveId" clId="{4A399710-BCEB-4EF8-BF68-E6BBD825A5D8}" dt="2026-07-28T22:01:05.575" v="327" actId="1076"/>
          <ac:cxnSpMkLst>
            <pc:docMk/>
            <pc:sldMk cId="1886091737" sldId="259"/>
            <ac:cxnSpMk id="13" creationId="{9A90942E-0403-511F-8231-249EBF51D85B}"/>
          </ac:cxnSpMkLst>
        </pc:cxnChg>
        <pc:cxnChg chg="add mod">
          <ac:chgData name="Loser Isekai" userId="153890e340a04cae" providerId="LiveId" clId="{4A399710-BCEB-4EF8-BF68-E6BBD825A5D8}" dt="2026-07-28T22:01:05.575" v="327" actId="1076"/>
          <ac:cxnSpMkLst>
            <pc:docMk/>
            <pc:sldMk cId="1886091737" sldId="259"/>
            <ac:cxnSpMk id="20" creationId="{C008BA32-4458-87FD-8995-A79AC202AA1C}"/>
          </ac:cxnSpMkLst>
        </pc:cxnChg>
      </pc:sldChg>
      <pc:sldChg chg="addSp delSp modSp new mod">
        <pc:chgData name="Loser Isekai" userId="153890e340a04cae" providerId="LiveId" clId="{4A399710-BCEB-4EF8-BF68-E6BBD825A5D8}" dt="2026-07-28T22:07:09.025" v="366" actId="20577"/>
        <pc:sldMkLst>
          <pc:docMk/>
          <pc:sldMk cId="2443216269" sldId="260"/>
        </pc:sldMkLst>
        <pc:spChg chg="mod">
          <ac:chgData name="Loser Isekai" userId="153890e340a04cae" providerId="LiveId" clId="{4A399710-BCEB-4EF8-BF68-E6BBD825A5D8}" dt="2026-07-28T22:07:09.025" v="366" actId="20577"/>
          <ac:spMkLst>
            <pc:docMk/>
            <pc:sldMk cId="2443216269" sldId="260"/>
            <ac:spMk id="2" creationId="{B13D71CB-748A-5A81-577F-CE20372BC9FE}"/>
          </ac:spMkLst>
        </pc:spChg>
        <pc:picChg chg="add mod">
          <ac:chgData name="Loser Isekai" userId="153890e340a04cae" providerId="LiveId" clId="{4A399710-BCEB-4EF8-BF68-E6BBD825A5D8}" dt="2026-07-28T22:06:52.878" v="354" actId="1076"/>
          <ac:picMkLst>
            <pc:docMk/>
            <pc:sldMk cId="2443216269" sldId="260"/>
            <ac:picMk id="5" creationId="{37A2FA77-5E7F-0F6D-AEA3-C47F3F69876A}"/>
          </ac:picMkLst>
        </pc:picChg>
        <pc:picChg chg="add mod">
          <ac:chgData name="Loser Isekai" userId="153890e340a04cae" providerId="LiveId" clId="{4A399710-BCEB-4EF8-BF68-E6BBD825A5D8}" dt="2026-07-28T22:07:03.590" v="356" actId="1076"/>
          <ac:picMkLst>
            <pc:docMk/>
            <pc:sldMk cId="2443216269" sldId="260"/>
            <ac:picMk id="7" creationId="{09F2DBBE-B259-A149-A180-758BAA1002E2}"/>
          </ac:picMkLst>
        </pc:picChg>
      </pc:sldChg>
      <pc:sldChg chg="addSp delSp modSp new mod">
        <pc:chgData name="Loser Isekai" userId="153890e340a04cae" providerId="LiveId" clId="{4A399710-BCEB-4EF8-BF68-E6BBD825A5D8}" dt="2026-07-29T03:06:27.056" v="450" actId="1582"/>
        <pc:sldMkLst>
          <pc:docMk/>
          <pc:sldMk cId="378248381" sldId="261"/>
        </pc:sldMkLst>
        <pc:spChg chg="mod">
          <ac:chgData name="Loser Isekai" userId="153890e340a04cae" providerId="LiveId" clId="{4A399710-BCEB-4EF8-BF68-E6BBD825A5D8}" dt="2026-07-28T22:28:49.589" v="379" actId="20577"/>
          <ac:spMkLst>
            <pc:docMk/>
            <pc:sldMk cId="378248381" sldId="261"/>
            <ac:spMk id="2" creationId="{4DFFEF2F-74C2-95CE-9C30-0793D90F84FF}"/>
          </ac:spMkLst>
        </pc:spChg>
        <pc:spChg chg="add mod">
          <ac:chgData name="Loser Isekai" userId="153890e340a04cae" providerId="LiveId" clId="{4A399710-BCEB-4EF8-BF68-E6BBD825A5D8}" dt="2026-07-29T02:57:38.090" v="434" actId="1076"/>
          <ac:spMkLst>
            <pc:docMk/>
            <pc:sldMk cId="378248381" sldId="261"/>
            <ac:spMk id="11" creationId="{2C776900-2040-CC53-EE9A-DE6F12763992}"/>
          </ac:spMkLst>
        </pc:spChg>
        <pc:spChg chg="add mod">
          <ac:chgData name="Loser Isekai" userId="153890e340a04cae" providerId="LiveId" clId="{4A399710-BCEB-4EF8-BF68-E6BBD825A5D8}" dt="2026-07-29T02:57:34.760" v="433" actId="1076"/>
          <ac:spMkLst>
            <pc:docMk/>
            <pc:sldMk cId="378248381" sldId="261"/>
            <ac:spMk id="14" creationId="{A712DE74-0308-32BC-B1DF-D3F478CFD104}"/>
          </ac:spMkLst>
        </pc:spChg>
        <pc:picChg chg="add mod ord">
          <ac:chgData name="Loser Isekai" userId="153890e340a04cae" providerId="LiveId" clId="{4A399710-BCEB-4EF8-BF68-E6BBD825A5D8}" dt="2026-07-29T02:57:15.060" v="429" actId="1076"/>
          <ac:picMkLst>
            <pc:docMk/>
            <pc:sldMk cId="378248381" sldId="261"/>
            <ac:picMk id="15" creationId="{43C58B53-BEBD-6D0A-DDC2-7F3B4286F760}"/>
          </ac:picMkLst>
        </pc:picChg>
        <pc:picChg chg="add mod">
          <ac:chgData name="Loser Isekai" userId="153890e340a04cae" providerId="LiveId" clId="{4A399710-BCEB-4EF8-BF68-E6BBD825A5D8}" dt="2026-07-29T02:58:37.358" v="443" actId="1076"/>
          <ac:picMkLst>
            <pc:docMk/>
            <pc:sldMk cId="378248381" sldId="261"/>
            <ac:picMk id="20" creationId="{55544250-F1CF-D073-03B9-B6B22DA86616}"/>
          </ac:picMkLst>
        </pc:picChg>
        <pc:picChg chg="add mod">
          <ac:chgData name="Loser Isekai" userId="153890e340a04cae" providerId="LiveId" clId="{4A399710-BCEB-4EF8-BF68-E6BBD825A5D8}" dt="2026-07-29T03:06:27.056" v="450" actId="1582"/>
          <ac:picMkLst>
            <pc:docMk/>
            <pc:sldMk cId="378248381" sldId="261"/>
            <ac:picMk id="22" creationId="{119ACA79-0A0E-23CF-AB1E-5300B80FB1C8}"/>
          </ac:picMkLst>
        </pc:picChg>
        <pc:cxnChg chg="add mod">
          <ac:chgData name="Loser Isekai" userId="153890e340a04cae" providerId="LiveId" clId="{4A399710-BCEB-4EF8-BF68-E6BBD825A5D8}" dt="2026-07-29T02:57:52.934" v="437" actId="1076"/>
          <ac:cxnSpMkLst>
            <pc:docMk/>
            <pc:sldMk cId="378248381" sldId="261"/>
            <ac:cxnSpMk id="8" creationId="{68F83185-0BE5-5925-4311-319620244B56}"/>
          </ac:cxnSpMkLst>
        </pc:cxnChg>
        <pc:cxnChg chg="add mod">
          <ac:chgData name="Loser Isekai" userId="153890e340a04cae" providerId="LiveId" clId="{4A399710-BCEB-4EF8-BF68-E6BBD825A5D8}" dt="2026-07-29T02:57:43.922" v="435" actId="1076"/>
          <ac:cxnSpMkLst>
            <pc:docMk/>
            <pc:sldMk cId="378248381" sldId="261"/>
            <ac:cxnSpMk id="9" creationId="{8EE205FA-2329-94C9-F6CA-C8CF5CC48C17}"/>
          </ac:cxnSpMkLst>
        </pc:cxnChg>
        <pc:cxnChg chg="add mod">
          <ac:chgData name="Loser Isekai" userId="153890e340a04cae" providerId="LiveId" clId="{4A399710-BCEB-4EF8-BF68-E6BBD825A5D8}" dt="2026-07-29T02:57:56.732" v="438" actId="14100"/>
          <ac:cxnSpMkLst>
            <pc:docMk/>
            <pc:sldMk cId="378248381" sldId="261"/>
            <ac:cxnSpMk id="10" creationId="{8B9A546A-F206-5D16-94BB-609AFE32A812}"/>
          </ac:cxnSpMkLst>
        </pc:cxnChg>
        <pc:cxnChg chg="add mod">
          <ac:chgData name="Loser Isekai" userId="153890e340a04cae" providerId="LiveId" clId="{4A399710-BCEB-4EF8-BF68-E6BBD825A5D8}" dt="2026-07-29T02:57:29.939" v="432" actId="1076"/>
          <ac:cxnSpMkLst>
            <pc:docMk/>
            <pc:sldMk cId="378248381" sldId="261"/>
            <ac:cxnSpMk id="12" creationId="{B1F841BD-25E2-2C8A-0DAB-EABA6D4E606D}"/>
          </ac:cxnSpMkLst>
        </pc:cxnChg>
        <pc:cxnChg chg="add mod">
          <ac:chgData name="Loser Isekai" userId="153890e340a04cae" providerId="LiveId" clId="{4A399710-BCEB-4EF8-BF68-E6BBD825A5D8}" dt="2026-07-28T22:33:09.421" v="396" actId="1076"/>
          <ac:cxnSpMkLst>
            <pc:docMk/>
            <pc:sldMk cId="378248381" sldId="261"/>
            <ac:cxnSpMk id="13" creationId="{BAF27440-6A41-2273-FD68-3C72290EDF7B}"/>
          </ac:cxnSpMkLst>
        </pc:cxnChg>
      </pc:sldChg>
      <pc:sldChg chg="addSp delSp modSp new mod">
        <pc:chgData name="Loser Isekai" userId="153890e340a04cae" providerId="LiveId" clId="{4A399710-BCEB-4EF8-BF68-E6BBD825A5D8}" dt="2026-08-02T09:22:40.445" v="484" actId="14100"/>
        <pc:sldMkLst>
          <pc:docMk/>
          <pc:sldMk cId="3728292638" sldId="262"/>
        </pc:sldMkLst>
        <pc:spChg chg="mod">
          <ac:chgData name="Loser Isekai" userId="153890e340a04cae" providerId="LiveId" clId="{4A399710-BCEB-4EF8-BF68-E6BBD825A5D8}" dt="2026-07-28T22:42:05.143" v="417" actId="14100"/>
          <ac:spMkLst>
            <pc:docMk/>
            <pc:sldMk cId="3728292638" sldId="262"/>
            <ac:spMk id="2" creationId="{DF954E6D-9B10-D56D-608C-F92519A053EC}"/>
          </ac:spMkLst>
        </pc:spChg>
        <pc:spChg chg="add mod">
          <ac:chgData name="Loser Isekai" userId="153890e340a04cae" providerId="LiveId" clId="{4A399710-BCEB-4EF8-BF68-E6BBD825A5D8}" dt="2026-08-02T09:22:40.445" v="484" actId="14100"/>
          <ac:spMkLst>
            <pc:docMk/>
            <pc:sldMk cId="3728292638" sldId="262"/>
            <ac:spMk id="5" creationId="{CD7354B6-CD58-6E71-33D3-DD954B477060}"/>
          </ac:spMkLst>
        </pc:spChg>
        <pc:spChg chg="add mod">
          <ac:chgData name="Loser Isekai" userId="153890e340a04cae" providerId="LiveId" clId="{4A399710-BCEB-4EF8-BF68-E6BBD825A5D8}" dt="2026-08-02T09:21:29.484" v="482" actId="14100"/>
          <ac:spMkLst>
            <pc:docMk/>
            <pc:sldMk cId="3728292638" sldId="262"/>
            <ac:spMk id="7" creationId="{9385A21C-3742-DAF9-A8BF-E08164031FE9}"/>
          </ac:spMkLst>
        </pc:spChg>
        <pc:picChg chg="add">
          <ac:chgData name="Loser Isekai" userId="153890e340a04cae" providerId="LiveId" clId="{4A399710-BCEB-4EF8-BF68-E6BBD825A5D8}" dt="2026-08-02T09:20:13.561" v="469" actId="22"/>
          <ac:picMkLst>
            <pc:docMk/>
            <pc:sldMk cId="3728292638" sldId="262"/>
            <ac:picMk id="4" creationId="{29072B23-0037-0626-FD60-E04094DBF0EA}"/>
          </ac:picMkLst>
        </pc:picChg>
      </pc:sldChg>
      <pc:sldChg chg="addSp delSp modSp new mod">
        <pc:chgData name="Loser Isekai" userId="153890e340a04cae" providerId="LiveId" clId="{4A399710-BCEB-4EF8-BF68-E6BBD825A5D8}" dt="2026-07-30T10:08:24.850" v="468" actId="1076"/>
        <pc:sldMkLst>
          <pc:docMk/>
          <pc:sldMk cId="2162859868" sldId="263"/>
        </pc:sldMkLst>
        <pc:picChg chg="add mod ord">
          <ac:chgData name="Loser Isekai" userId="153890e340a04cae" providerId="LiveId" clId="{4A399710-BCEB-4EF8-BF68-E6BBD825A5D8}" dt="2026-07-30T10:08:24.850" v="468" actId="1076"/>
          <ac:picMkLst>
            <pc:docMk/>
            <pc:sldMk cId="2162859868" sldId="263"/>
            <ac:picMk id="21" creationId="{F20EA9F1-4A30-62D6-2832-5E73AB97B1B5}"/>
          </ac:picMkLst>
        </pc:picChg>
      </pc:sldChg>
      <pc:sldChg chg="add">
        <pc:chgData name="Loser Isekai" userId="153890e340a04cae" providerId="LiveId" clId="{4A399710-BCEB-4EF8-BF68-E6BBD825A5D8}" dt="2026-08-02T09:22:57.415" v="485"/>
        <pc:sldMkLst>
          <pc:docMk/>
          <pc:sldMk cId="3083360336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23F2-EED4-3A87-15FE-7B932C9AA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F3389-4148-1372-1C84-8B4068362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77B10-FAD8-7427-1E97-E5571C49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2C6F4-2E9F-BE11-F734-CEF50A5F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DD147-9E58-5BF6-2B35-26B72F5B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3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6133-F3E8-4675-BF74-3EF67AC1A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B633B-7BD3-FA3E-F602-A998B5E70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F1D8-5CF5-F0BE-CA2C-BCF6EE02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EDEC3-FDDD-7A31-8961-F8F014AC9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C397-2C90-6FEB-A3D4-2E20D1C39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4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F1D1-C26A-E153-A2ED-4648B615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33509-993B-BE0E-E590-CCE1D6DA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38F3B-83F7-9123-00C9-B6C38AE3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3691-ED0A-FBBE-722B-50F8DE84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53095-ED66-2886-33D8-DF602343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4EA7-168D-553E-97AB-1006DB92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05FCB-37FF-CC40-FD60-1E2B239FE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915BB-0C04-73D4-EF6B-D13A22EA7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ADD4-0050-1D86-6796-273C06F1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9DB71-F518-506B-577D-CA73CAF4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E8364-80E7-935F-31A9-A3611B92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3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D396-C474-9190-CB9C-D638CE40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5A9DC-BC83-B3F0-C9F9-143D89C9D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97B87-95D2-2AED-D3D6-446549C62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21DB7-0382-B2BE-A635-CFBF03BDE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122E0-19E6-BE42-FBE1-F02B21797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F44631-A133-E36E-0128-932E0ED8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7D220-D11A-0855-F9ED-C32E6951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2275A-C0E1-23CB-E5B6-6DA76457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1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6F552-5C44-F85E-9713-6822C780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1D173-370A-16CB-BE59-619F1D41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D690B-87B7-9D1D-0F41-87017389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44B9D-5E80-210A-CA1C-42F735CE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74B01-F967-7464-CD30-ECF2A15E1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7002F-0283-FEF2-EF22-2B8CF418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6AA7F-3DBD-6597-AB16-4614D13B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7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FB089-7E3F-2B88-80FF-38D4D65E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6B5D-8A16-6A3A-C039-3CEC15DE1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7DA06-DA48-14B5-AD51-373A61149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0D1B5-7C07-0931-E8C1-8B2AC158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C7812-3979-2245-B206-24F501A5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E3E7E-974A-48C7-622A-E2E868D6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8CB4-1B44-44C2-82B5-710B6B9B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F87FF-DD98-074E-A996-1DF6463E4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A419E-1D77-C2F4-50C4-01494FFD4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29B33-8E3A-61CC-C8D8-7B93F47A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61980-7F43-6F35-0906-B921A75B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AFC6-384B-3761-FFAE-654AE551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882A-B740-08CE-7142-79398A59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46DC4-1DC1-4339-1829-C9BA1D5CE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62FA3-621F-BB2B-3332-27C3C2A7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7B1C7-D65F-384B-91B6-220EB05E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45F4-69AD-FFDA-287B-4DA0694D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2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3DEDD-0DF8-4759-BA6E-3343F8F7C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07A90-EBEC-162A-F44E-28F2E3E39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8D20-73BC-2169-1D84-D8D8DEE0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89A6C-9DFB-A8AB-7725-B93258E3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4D7D1-E084-54A5-AF7A-8C700DB8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3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9DBC4-D831-993F-F7AF-1B24A5F6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2C339-3557-46DE-F575-1574A7195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0BAB1-47B1-511D-1A18-BA3D40EBB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1316-5690-416E-BD94-0D892E1C2B72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1C292-C15C-1D9D-4AC4-4D656561B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AE643-2068-8F18-E0BE-A7E028463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6C726-B129-461B-B376-AE90F99DB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5B43-5353-B657-093A-0136B71EA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Simulation </a:t>
            </a:r>
          </a:p>
        </p:txBody>
      </p:sp>
    </p:spTree>
    <p:extLst>
      <p:ext uri="{BB962C8B-B14F-4D97-AF65-F5344CB8AC3E}">
        <p14:creationId xmlns:p14="http://schemas.microsoft.com/office/powerpoint/2010/main" val="388117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C6ABB-1778-BEDA-9E46-D680B0CDB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212"/>
            <a:ext cx="12192000" cy="3698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A94579-FBFC-3A41-DA2C-90AD9E95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8086"/>
          </a:xfrm>
        </p:spPr>
        <p:txBody>
          <a:bodyPr>
            <a:normAutofit fontScale="90000"/>
          </a:bodyPr>
          <a:lstStyle/>
          <a:p>
            <a:r>
              <a:rPr lang="en-US" dirty="0"/>
              <a:t>Chapman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A1D597-5BCB-608D-1227-CD02D2E5ED73}"/>
              </a:ext>
            </a:extLst>
          </p:cNvPr>
          <p:cNvCxnSpPr/>
          <p:nvPr/>
        </p:nvCxnSpPr>
        <p:spPr>
          <a:xfrm>
            <a:off x="2743200" y="1661291"/>
            <a:ext cx="5469924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A8A6BC-67EC-8E51-93B8-5383392FF1CD}"/>
              </a:ext>
            </a:extLst>
          </p:cNvPr>
          <p:cNvCxnSpPr>
            <a:cxnSpLocks/>
          </p:cNvCxnSpPr>
          <p:nvPr/>
        </p:nvCxnSpPr>
        <p:spPr>
          <a:xfrm>
            <a:off x="2675443" y="1661291"/>
            <a:ext cx="0" cy="13345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4B3221-9F2C-E267-53D0-EE404EDC8635}"/>
              </a:ext>
            </a:extLst>
          </p:cNvPr>
          <p:cNvCxnSpPr>
            <a:cxnSpLocks/>
          </p:cNvCxnSpPr>
          <p:nvPr/>
        </p:nvCxnSpPr>
        <p:spPr>
          <a:xfrm>
            <a:off x="8224141" y="1717102"/>
            <a:ext cx="0" cy="26989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2F01A86-4035-6512-E1B5-1A3F9B77E5EC}"/>
              </a:ext>
            </a:extLst>
          </p:cNvPr>
          <p:cNvSpPr txBox="1"/>
          <p:nvPr/>
        </p:nvSpPr>
        <p:spPr>
          <a:xfrm>
            <a:off x="4709160" y="2722598"/>
            <a:ext cx="1652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 input 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90942E-0403-511F-8231-249EBF51D85B}"/>
              </a:ext>
            </a:extLst>
          </p:cNvPr>
          <p:cNvCxnSpPr>
            <a:cxnSpLocks/>
          </p:cNvCxnSpPr>
          <p:nvPr/>
        </p:nvCxnSpPr>
        <p:spPr>
          <a:xfrm>
            <a:off x="8298180" y="2907264"/>
            <a:ext cx="389382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08BA32-4458-87FD-8995-A79AC202AA1C}"/>
              </a:ext>
            </a:extLst>
          </p:cNvPr>
          <p:cNvCxnSpPr>
            <a:cxnSpLocks/>
          </p:cNvCxnSpPr>
          <p:nvPr/>
        </p:nvCxnSpPr>
        <p:spPr>
          <a:xfrm>
            <a:off x="12124243" y="2995821"/>
            <a:ext cx="0" cy="13345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371839B-CD4D-F65A-A44D-2C200431E8E1}"/>
              </a:ext>
            </a:extLst>
          </p:cNvPr>
          <p:cNvSpPr txBox="1"/>
          <p:nvPr/>
        </p:nvSpPr>
        <p:spPr>
          <a:xfrm>
            <a:off x="9387840" y="2537932"/>
            <a:ext cx="185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CNN core execute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E8A213A-90D4-3902-0556-3D4D28BCC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7" y="4799767"/>
            <a:ext cx="4701947" cy="138696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5FAE73F-B666-66EB-2E42-A3F885FE9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446" y="4738786"/>
            <a:ext cx="5524979" cy="175275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886091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D71CB-748A-5A81-577F-CE20372B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/ Pool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2FA77-5E7F-0F6D-AEA3-C47F3F698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6805"/>
            <a:ext cx="12192000" cy="911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2DBBE-B259-A149-A180-758BAA100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39702"/>
            <a:ext cx="12192000" cy="178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21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3C58B53-BEBD-6D0A-DDC2-7F3B4286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9658"/>
            <a:ext cx="12192000" cy="4143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FFEF2F-74C2-95CE-9C30-0793D90F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080"/>
          </a:xfrm>
        </p:spPr>
        <p:txBody>
          <a:bodyPr>
            <a:normAutofit fontScale="90000"/>
          </a:bodyPr>
          <a:lstStyle/>
          <a:p>
            <a:r>
              <a:rPr lang="en-US" dirty="0"/>
              <a:t>Georgia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F83185-0BE5-5925-4311-319620244B56}"/>
              </a:ext>
            </a:extLst>
          </p:cNvPr>
          <p:cNvCxnSpPr>
            <a:cxnSpLocks/>
          </p:cNvCxnSpPr>
          <p:nvPr/>
        </p:nvCxnSpPr>
        <p:spPr>
          <a:xfrm>
            <a:off x="3500236" y="1836345"/>
            <a:ext cx="472028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E205FA-2329-94C9-F6CA-C8CF5CC48C17}"/>
              </a:ext>
            </a:extLst>
          </p:cNvPr>
          <p:cNvCxnSpPr>
            <a:cxnSpLocks/>
          </p:cNvCxnSpPr>
          <p:nvPr/>
        </p:nvCxnSpPr>
        <p:spPr>
          <a:xfrm>
            <a:off x="3268567" y="1836345"/>
            <a:ext cx="0" cy="13345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9A546A-F206-5D16-94BB-609AFE32A812}"/>
              </a:ext>
            </a:extLst>
          </p:cNvPr>
          <p:cNvCxnSpPr>
            <a:cxnSpLocks/>
          </p:cNvCxnSpPr>
          <p:nvPr/>
        </p:nvCxnSpPr>
        <p:spPr>
          <a:xfrm>
            <a:off x="8471276" y="1836345"/>
            <a:ext cx="0" cy="25796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776900-2040-CC53-EE9A-DE6F12763992}"/>
              </a:ext>
            </a:extLst>
          </p:cNvPr>
          <p:cNvSpPr txBox="1"/>
          <p:nvPr/>
        </p:nvSpPr>
        <p:spPr>
          <a:xfrm>
            <a:off x="5033933" y="2941414"/>
            <a:ext cx="1652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 input data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F841BD-25E2-2C8A-0DAB-EABA6D4E606D}"/>
              </a:ext>
            </a:extLst>
          </p:cNvPr>
          <p:cNvCxnSpPr>
            <a:cxnSpLocks/>
          </p:cNvCxnSpPr>
          <p:nvPr/>
        </p:nvCxnSpPr>
        <p:spPr>
          <a:xfrm flipV="1">
            <a:off x="8519133" y="3161944"/>
            <a:ext cx="3589843" cy="893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F27440-6A41-2273-FD68-3C72290EDF7B}"/>
              </a:ext>
            </a:extLst>
          </p:cNvPr>
          <p:cNvCxnSpPr>
            <a:cxnSpLocks/>
          </p:cNvCxnSpPr>
          <p:nvPr/>
        </p:nvCxnSpPr>
        <p:spPr>
          <a:xfrm>
            <a:off x="12192000" y="3051632"/>
            <a:ext cx="0" cy="13345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12DE74-0308-32BC-B1DF-D3F478CFD104}"/>
              </a:ext>
            </a:extLst>
          </p:cNvPr>
          <p:cNvSpPr txBox="1"/>
          <p:nvPr/>
        </p:nvSpPr>
        <p:spPr>
          <a:xfrm>
            <a:off x="9387839" y="2792612"/>
            <a:ext cx="185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CNN core execute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544250-F1CF-D073-03B9-B6B22DA86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97" y="5161674"/>
            <a:ext cx="5679004" cy="16963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9ACA79-0A0E-23CF-AB1E-5300B80FB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253" y="5206163"/>
            <a:ext cx="4080065" cy="152628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8248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4E6D-9B10-D56D-608C-F92519A0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9934"/>
          </a:xfrm>
        </p:spPr>
        <p:txBody>
          <a:bodyPr/>
          <a:lstStyle/>
          <a:p>
            <a:r>
              <a:rPr lang="en-US" dirty="0" err="1"/>
              <a:t>Cp_block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72B23-0037-0626-FD60-E04094DB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" y="1428576"/>
            <a:ext cx="10996613" cy="4000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354B6-CD58-6E71-33D3-DD954B477060}"/>
              </a:ext>
            </a:extLst>
          </p:cNvPr>
          <p:cNvSpPr/>
          <p:nvPr/>
        </p:nvSpPr>
        <p:spPr>
          <a:xfrm>
            <a:off x="6223685" y="4226011"/>
            <a:ext cx="877332" cy="238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5A21C-3742-DAF9-A8BF-E08164031FE9}"/>
              </a:ext>
            </a:extLst>
          </p:cNvPr>
          <p:cNvSpPr/>
          <p:nvPr/>
        </p:nvSpPr>
        <p:spPr>
          <a:xfrm>
            <a:off x="5708820" y="2290118"/>
            <a:ext cx="1029729" cy="543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9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F437-07D5-7F00-0B02-A8B457D2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98F1-1EF8-B032-5AFF-E6FDF4A96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9934"/>
          </a:xfrm>
        </p:spPr>
        <p:txBody>
          <a:bodyPr/>
          <a:lstStyle/>
          <a:p>
            <a:r>
              <a:rPr lang="en-US" dirty="0" err="1"/>
              <a:t>Cp_block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18974-28CF-79E5-710C-B8E194570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" y="1428576"/>
            <a:ext cx="10996613" cy="4000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16923D-68A3-9802-4F59-DEA1CA27BCE6}"/>
              </a:ext>
            </a:extLst>
          </p:cNvPr>
          <p:cNvSpPr/>
          <p:nvPr/>
        </p:nvSpPr>
        <p:spPr>
          <a:xfrm>
            <a:off x="6223685" y="4226011"/>
            <a:ext cx="877332" cy="238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AACA7-21B9-5700-B2BF-2FE6E4577208}"/>
              </a:ext>
            </a:extLst>
          </p:cNvPr>
          <p:cNvSpPr/>
          <p:nvPr/>
        </p:nvSpPr>
        <p:spPr>
          <a:xfrm>
            <a:off x="5708820" y="2290118"/>
            <a:ext cx="1029729" cy="543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6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1122-E48E-80D8-9863-D9D06612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F20EA9F1-4A30-62D6-2832-5E73AB97B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78" y="1990382"/>
            <a:ext cx="55723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59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3000</TotalTime>
  <Words>24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Simulation </vt:lpstr>
      <vt:lpstr>Chapman  </vt:lpstr>
      <vt:lpstr>FSM / Pool</vt:lpstr>
      <vt:lpstr>Georgia</vt:lpstr>
      <vt:lpstr>Cp_block</vt:lpstr>
      <vt:lpstr>Cp_block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MINH ĐỨC</dc:creator>
  <cp:lastModifiedBy>LÊ MINH ĐỨC</cp:lastModifiedBy>
  <cp:revision>1</cp:revision>
  <dcterms:created xsi:type="dcterms:W3CDTF">2026-07-28T21:32:28Z</dcterms:created>
  <dcterms:modified xsi:type="dcterms:W3CDTF">2026-08-02T21:14:01Z</dcterms:modified>
</cp:coreProperties>
</file>